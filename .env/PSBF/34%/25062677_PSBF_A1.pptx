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2BC8E-8F5F-460F-81BB-A6AECCEC9D2D}" v="7" dt="2026-02-16T17:19:11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" d="100"/>
          <a:sy n="30" d="100"/>
        </p:scale>
        <p:origin x="196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72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63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21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42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2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67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70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0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7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32400-FD59-4A84-A287-77619AE531CD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F6E10-437B-43BE-9356-18C20A406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00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2D7404-309F-FFB8-FEFF-75FF0247A770}"/>
              </a:ext>
            </a:extLst>
          </p:cNvPr>
          <p:cNvSpPr txBox="1"/>
          <p:nvPr/>
        </p:nvSpPr>
        <p:spPr>
          <a:xfrm>
            <a:off x="1020726" y="467833"/>
            <a:ext cx="1856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Odyssey Plan A:your current/default path (what you’re already doing or most likely to do)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616295-7E66-8068-33E6-189EFB851F2E}"/>
              </a:ext>
            </a:extLst>
          </p:cNvPr>
          <p:cNvSpPr/>
          <p:nvPr/>
        </p:nvSpPr>
        <p:spPr>
          <a:xfrm>
            <a:off x="1028021" y="1513880"/>
            <a:ext cx="7128000" cy="18936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F9787C-6B5F-3E42-F2E3-6DB42A03829A}"/>
              </a:ext>
            </a:extLst>
          </p:cNvPr>
          <p:cNvSpPr/>
          <p:nvPr/>
        </p:nvSpPr>
        <p:spPr>
          <a:xfrm>
            <a:off x="8163317" y="1513879"/>
            <a:ext cx="7128000" cy="1893599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E85F0-CDAE-CE92-5FF5-505CD627EC83}"/>
              </a:ext>
            </a:extLst>
          </p:cNvPr>
          <p:cNvSpPr/>
          <p:nvPr/>
        </p:nvSpPr>
        <p:spPr>
          <a:xfrm>
            <a:off x="15298613" y="1513880"/>
            <a:ext cx="7128000" cy="16308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FEAEC0-8B23-D274-D878-49F60CDB2F06}"/>
              </a:ext>
            </a:extLst>
          </p:cNvPr>
          <p:cNvSpPr/>
          <p:nvPr/>
        </p:nvSpPr>
        <p:spPr>
          <a:xfrm>
            <a:off x="22426613" y="1513880"/>
            <a:ext cx="7128000" cy="16308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5405B83-AE01-1F8F-86FE-F80A1E9E1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78749"/>
              </p:ext>
            </p:extLst>
          </p:nvPr>
        </p:nvGraphicFramePr>
        <p:xfrm>
          <a:off x="15298613" y="17821880"/>
          <a:ext cx="14255988" cy="2663740"/>
        </p:xfrm>
        <a:graphic>
          <a:graphicData uri="http://schemas.openxmlformats.org/drawingml/2006/table">
            <a:tbl>
              <a:tblPr/>
              <a:tblGrid>
                <a:gridCol w="217561">
                  <a:extLst>
                    <a:ext uri="{9D8B030D-6E8A-4147-A177-3AD203B41FA5}">
                      <a16:colId xmlns:a16="http://schemas.microsoft.com/office/drawing/2014/main" val="4148088715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85559963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551879274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240232373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266846505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768033593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54324785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380659441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751523289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527702004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43878145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905697607"/>
                    </a:ext>
                  </a:extLst>
                </a:gridCol>
                <a:gridCol w="206111">
                  <a:extLst>
                    <a:ext uri="{9D8B030D-6E8A-4147-A177-3AD203B41FA5}">
                      <a16:colId xmlns:a16="http://schemas.microsoft.com/office/drawing/2014/main" val="173723633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54921814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429191205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01691959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583667737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172142742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742144357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863928190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980008372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38509390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57885592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121570431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607818415"/>
                    </a:ext>
                  </a:extLst>
                </a:gridCol>
                <a:gridCol w="8610852">
                  <a:extLst>
                    <a:ext uri="{9D8B030D-6E8A-4147-A177-3AD203B41FA5}">
                      <a16:colId xmlns:a16="http://schemas.microsoft.com/office/drawing/2014/main" val="3016661160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723942201"/>
                    </a:ext>
                  </a:extLst>
                </a:gridCol>
              </a:tblGrid>
              <a:tr h="262800">
                <a:tc gridSpan="2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406550"/>
                  </a:ext>
                </a:extLst>
              </a:tr>
              <a:tr h="262800">
                <a:tc row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resources needed for plan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confidence (in plan)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Word Title for Plan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47665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full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743681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699259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Questions/issues that this plan addresses: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478470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you like the plan?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coherence (of plan)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062156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97751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327641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05243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put an "x" in  box on all scales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put an "x" in  box on all scales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8804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AE378DC-A63A-1C1A-2BD1-D86A3711ACFB}"/>
              </a:ext>
            </a:extLst>
          </p:cNvPr>
          <p:cNvSpPr txBox="1"/>
          <p:nvPr/>
        </p:nvSpPr>
        <p:spPr>
          <a:xfrm>
            <a:off x="1467293" y="1722474"/>
            <a:ext cx="6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My Assessment of Where I am Now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8B50A-5961-3564-693F-7A4C1FE07438}"/>
              </a:ext>
            </a:extLst>
          </p:cNvPr>
          <p:cNvSpPr txBox="1"/>
          <p:nvPr/>
        </p:nvSpPr>
        <p:spPr>
          <a:xfrm>
            <a:off x="8594043" y="1722474"/>
            <a:ext cx="6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Stage 1: What Do I Need to Do Next?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64858B-524D-7079-D385-91C08F1715E4}"/>
              </a:ext>
            </a:extLst>
          </p:cNvPr>
          <p:cNvSpPr txBox="1"/>
          <p:nvPr/>
        </p:nvSpPr>
        <p:spPr>
          <a:xfrm>
            <a:off x="15736641" y="1722474"/>
            <a:ext cx="6251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Stage 2: Where Do I Need to Be at Graduation?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276DB-DDFD-6BAF-B5FA-85E2B88B580E}"/>
              </a:ext>
            </a:extLst>
          </p:cNvPr>
          <p:cNvSpPr txBox="1"/>
          <p:nvPr/>
        </p:nvSpPr>
        <p:spPr>
          <a:xfrm>
            <a:off x="22864635" y="1722474"/>
            <a:ext cx="6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Stage 3: What is My 5-Year Destination?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87E915-6E7F-B80E-7FEF-3117F136E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93" y="14659139"/>
            <a:ext cx="5191850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5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3192-938E-3DD4-F479-823FFB00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DB4624-CAA1-F66A-2CD3-90C74E49645E}"/>
              </a:ext>
            </a:extLst>
          </p:cNvPr>
          <p:cNvSpPr txBox="1"/>
          <p:nvPr/>
        </p:nvSpPr>
        <p:spPr>
          <a:xfrm>
            <a:off x="1020726" y="467833"/>
            <a:ext cx="1856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Odyssey Plan B:your best alternative path (a different but still realistic direction)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EA9C58-9063-DE5D-08BA-97E826784180}"/>
              </a:ext>
            </a:extLst>
          </p:cNvPr>
          <p:cNvSpPr>
            <a:spLocks/>
          </p:cNvSpPr>
          <p:nvPr/>
        </p:nvSpPr>
        <p:spPr>
          <a:xfrm>
            <a:off x="1028021" y="1513880"/>
            <a:ext cx="7128000" cy="18936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32D348-D3BC-7826-A08B-6D276FFE7EE4}"/>
              </a:ext>
            </a:extLst>
          </p:cNvPr>
          <p:cNvSpPr/>
          <p:nvPr/>
        </p:nvSpPr>
        <p:spPr>
          <a:xfrm>
            <a:off x="8163317" y="1513879"/>
            <a:ext cx="7128000" cy="1893599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016BEA-AE26-FDD0-422F-880CD91537A9}"/>
              </a:ext>
            </a:extLst>
          </p:cNvPr>
          <p:cNvSpPr>
            <a:spLocks/>
          </p:cNvSpPr>
          <p:nvPr/>
        </p:nvSpPr>
        <p:spPr>
          <a:xfrm>
            <a:off x="15298613" y="1513880"/>
            <a:ext cx="7128000" cy="16308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0409DB-A756-30CD-7EA3-E3555A64FD32}"/>
              </a:ext>
            </a:extLst>
          </p:cNvPr>
          <p:cNvSpPr/>
          <p:nvPr/>
        </p:nvSpPr>
        <p:spPr>
          <a:xfrm>
            <a:off x="22426613" y="1513880"/>
            <a:ext cx="7128000" cy="16308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5EF8D05-77D9-9CB0-B781-C48BCA3B8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147408"/>
              </p:ext>
            </p:extLst>
          </p:nvPr>
        </p:nvGraphicFramePr>
        <p:xfrm>
          <a:off x="15298613" y="17821880"/>
          <a:ext cx="14255988" cy="2663740"/>
        </p:xfrm>
        <a:graphic>
          <a:graphicData uri="http://schemas.openxmlformats.org/drawingml/2006/table">
            <a:tbl>
              <a:tblPr/>
              <a:tblGrid>
                <a:gridCol w="217561">
                  <a:extLst>
                    <a:ext uri="{9D8B030D-6E8A-4147-A177-3AD203B41FA5}">
                      <a16:colId xmlns:a16="http://schemas.microsoft.com/office/drawing/2014/main" val="4148088715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85559963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551879274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240232373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266846505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768033593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54324785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380659441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751523289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527702004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43878145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905697607"/>
                    </a:ext>
                  </a:extLst>
                </a:gridCol>
                <a:gridCol w="206111">
                  <a:extLst>
                    <a:ext uri="{9D8B030D-6E8A-4147-A177-3AD203B41FA5}">
                      <a16:colId xmlns:a16="http://schemas.microsoft.com/office/drawing/2014/main" val="173723633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54921814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429191205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01691959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583667737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172142742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742144357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863928190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980008372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385093908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3578855926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2121570431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607818415"/>
                    </a:ext>
                  </a:extLst>
                </a:gridCol>
                <a:gridCol w="8610852">
                  <a:extLst>
                    <a:ext uri="{9D8B030D-6E8A-4147-A177-3AD203B41FA5}">
                      <a16:colId xmlns:a16="http://schemas.microsoft.com/office/drawing/2014/main" val="3016661160"/>
                    </a:ext>
                  </a:extLst>
                </a:gridCol>
                <a:gridCol w="217561">
                  <a:extLst>
                    <a:ext uri="{9D8B030D-6E8A-4147-A177-3AD203B41FA5}">
                      <a16:colId xmlns:a16="http://schemas.microsoft.com/office/drawing/2014/main" val="1723942201"/>
                    </a:ext>
                  </a:extLst>
                </a:gridCol>
              </a:tblGrid>
              <a:tr h="262800">
                <a:tc gridSpan="2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406550"/>
                  </a:ext>
                </a:extLst>
              </a:tr>
              <a:tr h="262800">
                <a:tc row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resources needed for plan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confidence (in plan)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Word Title for Plan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47665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full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743681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699259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Questions/issues that this plan addresses: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478470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you like the plan?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coherence (of plan)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ggg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062156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97751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327641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05243"/>
                  </a:ext>
                </a:extLst>
              </a:tr>
              <a:tr h="2628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put an "x" in  box on all scales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put an "x" in  box on all scales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88041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D43E08A-FD41-6A36-64F0-0B0F5238E4A1}"/>
              </a:ext>
            </a:extLst>
          </p:cNvPr>
          <p:cNvSpPr txBox="1">
            <a:spLocks/>
          </p:cNvSpPr>
          <p:nvPr/>
        </p:nvSpPr>
        <p:spPr>
          <a:xfrm>
            <a:off x="1467293" y="1722474"/>
            <a:ext cx="6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My Assessment of Where I am Now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105C8E-FE9F-F64E-3B08-909113137605}"/>
              </a:ext>
            </a:extLst>
          </p:cNvPr>
          <p:cNvSpPr txBox="1">
            <a:spLocks/>
          </p:cNvSpPr>
          <p:nvPr/>
        </p:nvSpPr>
        <p:spPr>
          <a:xfrm>
            <a:off x="8594043" y="1722474"/>
            <a:ext cx="625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Section 1: What Do I Need to Do Next?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6B9217-8AEC-610B-093C-3482127F2186}"/>
              </a:ext>
            </a:extLst>
          </p:cNvPr>
          <p:cNvSpPr txBox="1"/>
          <p:nvPr/>
        </p:nvSpPr>
        <p:spPr>
          <a:xfrm>
            <a:off x="15736641" y="1722474"/>
            <a:ext cx="6251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Section 2: Where Do I Need to Be at Graduation?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DEAB2-1031-0698-55E2-A7C728E53CC9}"/>
              </a:ext>
            </a:extLst>
          </p:cNvPr>
          <p:cNvSpPr txBox="1"/>
          <p:nvPr/>
        </p:nvSpPr>
        <p:spPr>
          <a:xfrm>
            <a:off x="22864635" y="1722474"/>
            <a:ext cx="6251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Section 3: What is My 5-Year Destination?</a:t>
            </a:r>
          </a:p>
        </p:txBody>
      </p:sp>
    </p:spTree>
    <p:extLst>
      <p:ext uri="{BB962C8B-B14F-4D97-AF65-F5344CB8AC3E}">
        <p14:creationId xmlns:p14="http://schemas.microsoft.com/office/powerpoint/2010/main" val="91817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</TotalTime>
  <Words>412</Words>
  <Application>Microsoft Office PowerPoint</Application>
  <PresentationFormat>Custom</PresentationFormat>
  <Paragraphs>218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UWE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Smith</dc:creator>
  <cp:lastModifiedBy>Binh Nguyen</cp:lastModifiedBy>
  <cp:revision>2</cp:revision>
  <dcterms:created xsi:type="dcterms:W3CDTF">2026-02-12T13:34:18Z</dcterms:created>
  <dcterms:modified xsi:type="dcterms:W3CDTF">2026-03-25T07:51:06Z</dcterms:modified>
</cp:coreProperties>
</file>