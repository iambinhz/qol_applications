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3"/>
  </p:notesMasterIdLst>
  <p:handoutMasterIdLst>
    <p:handoutMasterId r:id="rId24"/>
  </p:handoutMasterIdLst>
  <p:sldIdLst>
    <p:sldId id="256" r:id="rId5"/>
    <p:sldId id="258" r:id="rId6"/>
    <p:sldId id="273" r:id="rId7"/>
    <p:sldId id="324" r:id="rId8"/>
    <p:sldId id="325" r:id="rId9"/>
    <p:sldId id="326" r:id="rId10"/>
    <p:sldId id="327" r:id="rId11"/>
    <p:sldId id="328" r:id="rId12"/>
    <p:sldId id="329" r:id="rId13"/>
    <p:sldId id="330" r:id="rId14"/>
    <p:sldId id="331" r:id="rId15"/>
    <p:sldId id="332" r:id="rId16"/>
    <p:sldId id="333" r:id="rId17"/>
    <p:sldId id="334" r:id="rId18"/>
    <p:sldId id="336" r:id="rId19"/>
    <p:sldId id="335" r:id="rId20"/>
    <p:sldId id="337" r:id="rId21"/>
    <p:sldId id="271" r:id="rId22"/>
  </p:sldIdLst>
  <p:sldSz cx="9144000" cy="6858000" type="screen4x3"/>
  <p:notesSz cx="9144000" cy="6858000"/>
  <p:custDataLst>
    <p:tags r:id="rId25"/>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FF"/>
    <a:srgbClr val="E30613"/>
    <a:srgbClr val="7A7392"/>
    <a:srgbClr val="16818D"/>
    <a:srgbClr val="1A9DAC"/>
    <a:srgbClr val="1C9DAC"/>
    <a:srgbClr val="598752"/>
    <a:srgbClr val="6DA463"/>
    <a:srgbClr val="A65C45"/>
    <a:srgbClr val="CC70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10CC7D-97AB-403A-9E02-C7CB57E724EA}" v="15" dt="2025-06-17T10:15:08.5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1" autoAdjust="0"/>
    <p:restoredTop sz="86410"/>
  </p:normalViewPr>
  <p:slideViewPr>
    <p:cSldViewPr showGuides="1">
      <p:cViewPr varScale="1">
        <p:scale>
          <a:sx n="111" d="100"/>
          <a:sy n="111" d="100"/>
        </p:scale>
        <p:origin x="1482" y="96"/>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06" d="100"/>
          <a:sy n="106" d="100"/>
        </p:scale>
        <p:origin x="196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nhold Heinlein" userId="c5e5d61b-3817-4f51-a712-dcf8bfbff443" providerId="ADAL" clId="{2810CC7D-97AB-403A-9E02-C7CB57E724EA}"/>
    <pc:docChg chg="undo custSel addSld delSld modSld sldOrd">
      <pc:chgData name="Reinhold Heinlein" userId="c5e5d61b-3817-4f51-a712-dcf8bfbff443" providerId="ADAL" clId="{2810CC7D-97AB-403A-9E02-C7CB57E724EA}" dt="2025-06-19T09:01:10.402" v="4590" actId="20577"/>
      <pc:docMkLst>
        <pc:docMk/>
      </pc:docMkLst>
      <pc:sldChg chg="modSp mod">
        <pc:chgData name="Reinhold Heinlein" userId="c5e5d61b-3817-4f51-a712-dcf8bfbff443" providerId="ADAL" clId="{2810CC7D-97AB-403A-9E02-C7CB57E724EA}" dt="2025-06-16T11:16:07.543" v="10" actId="20577"/>
        <pc:sldMkLst>
          <pc:docMk/>
          <pc:sldMk cId="371339850" sldId="256"/>
        </pc:sldMkLst>
        <pc:spChg chg="mod">
          <ac:chgData name="Reinhold Heinlein" userId="c5e5d61b-3817-4f51-a712-dcf8bfbff443" providerId="ADAL" clId="{2810CC7D-97AB-403A-9E02-C7CB57E724EA}" dt="2025-06-16T11:15:56.735" v="1" actId="20577"/>
          <ac:spMkLst>
            <pc:docMk/>
            <pc:sldMk cId="371339850" sldId="256"/>
            <ac:spMk id="2" creationId="{27F129AE-110C-40B7-9DF3-A4A07ADFD71E}"/>
          </ac:spMkLst>
        </pc:spChg>
        <pc:spChg chg="mod">
          <ac:chgData name="Reinhold Heinlein" userId="c5e5d61b-3817-4f51-a712-dcf8bfbff443" providerId="ADAL" clId="{2810CC7D-97AB-403A-9E02-C7CB57E724EA}" dt="2025-06-16T11:16:07.543" v="10" actId="20577"/>
          <ac:spMkLst>
            <pc:docMk/>
            <pc:sldMk cId="371339850" sldId="256"/>
            <ac:spMk id="6" creationId="{8261A58E-4331-43B5-A70A-203EF9F254A4}"/>
          </ac:spMkLst>
        </pc:spChg>
      </pc:sldChg>
      <pc:sldChg chg="modSp mod">
        <pc:chgData name="Reinhold Heinlein" userId="c5e5d61b-3817-4f51-a712-dcf8bfbff443" providerId="ADAL" clId="{2810CC7D-97AB-403A-9E02-C7CB57E724EA}" dt="2025-06-17T10:15:35.592" v="4524" actId="5793"/>
        <pc:sldMkLst>
          <pc:docMk/>
          <pc:sldMk cId="2884623810" sldId="258"/>
        </pc:sldMkLst>
        <pc:spChg chg="mod">
          <ac:chgData name="Reinhold Heinlein" userId="c5e5d61b-3817-4f51-a712-dcf8bfbff443" providerId="ADAL" clId="{2810CC7D-97AB-403A-9E02-C7CB57E724EA}" dt="2025-06-17T10:15:35.592" v="4524" actId="5793"/>
          <ac:spMkLst>
            <pc:docMk/>
            <pc:sldMk cId="2884623810" sldId="258"/>
            <ac:spMk id="3" creationId="{67A63DF7-30A5-4CDB-B2AD-10BDF696FBA6}"/>
          </ac:spMkLst>
        </pc:spChg>
      </pc:sldChg>
      <pc:sldChg chg="modSp mod">
        <pc:chgData name="Reinhold Heinlein" userId="c5e5d61b-3817-4f51-a712-dcf8bfbff443" providerId="ADAL" clId="{2810CC7D-97AB-403A-9E02-C7CB57E724EA}" dt="2025-06-16T13:52:24.790" v="1662" actId="20577"/>
        <pc:sldMkLst>
          <pc:docMk/>
          <pc:sldMk cId="1363191569" sldId="271"/>
        </pc:sldMkLst>
        <pc:spChg chg="mod">
          <ac:chgData name="Reinhold Heinlein" userId="c5e5d61b-3817-4f51-a712-dcf8bfbff443" providerId="ADAL" clId="{2810CC7D-97AB-403A-9E02-C7CB57E724EA}" dt="2025-06-16T13:52:24.790" v="1662" actId="20577"/>
          <ac:spMkLst>
            <pc:docMk/>
            <pc:sldMk cId="1363191569" sldId="271"/>
            <ac:spMk id="3" creationId="{ADEBF03B-6FBE-4B0C-93A0-8DB46AC1EDBD}"/>
          </ac:spMkLst>
        </pc:spChg>
      </pc:sldChg>
      <pc:sldChg chg="delSp modSp mod">
        <pc:chgData name="Reinhold Heinlein" userId="c5e5d61b-3817-4f51-a712-dcf8bfbff443" providerId="ADAL" clId="{2810CC7D-97AB-403A-9E02-C7CB57E724EA}" dt="2025-06-16T13:04:11.179" v="762" actId="12"/>
        <pc:sldMkLst>
          <pc:docMk/>
          <pc:sldMk cId="3651346321" sldId="273"/>
        </pc:sldMkLst>
        <pc:spChg chg="mod">
          <ac:chgData name="Reinhold Heinlein" userId="c5e5d61b-3817-4f51-a712-dcf8bfbff443" providerId="ADAL" clId="{2810CC7D-97AB-403A-9E02-C7CB57E724EA}" dt="2025-06-16T12:54:24.267" v="270" actId="20577"/>
          <ac:spMkLst>
            <pc:docMk/>
            <pc:sldMk cId="3651346321" sldId="273"/>
            <ac:spMk id="2" creationId="{BAB7C48C-C56A-6447-6B9C-807BB7B444E8}"/>
          </ac:spMkLst>
        </pc:spChg>
        <pc:spChg chg="mod">
          <ac:chgData name="Reinhold Heinlein" userId="c5e5d61b-3817-4f51-a712-dcf8bfbff443" providerId="ADAL" clId="{2810CC7D-97AB-403A-9E02-C7CB57E724EA}" dt="2025-06-16T13:04:11.179" v="762" actId="12"/>
          <ac:spMkLst>
            <pc:docMk/>
            <pc:sldMk cId="3651346321" sldId="273"/>
            <ac:spMk id="3" creationId="{5AEB033B-BA17-A349-74FA-C2EEC4D02ACA}"/>
          </ac:spMkLst>
        </pc:spChg>
      </pc:sldChg>
      <pc:sldChg chg="del">
        <pc:chgData name="Reinhold Heinlein" userId="c5e5d61b-3817-4f51-a712-dcf8bfbff443" providerId="ADAL" clId="{2810CC7D-97AB-403A-9E02-C7CB57E724EA}" dt="2025-06-16T13:50:35.120" v="1484" actId="47"/>
        <pc:sldMkLst>
          <pc:docMk/>
          <pc:sldMk cId="3582738935" sldId="309"/>
        </pc:sldMkLst>
      </pc:sldChg>
      <pc:sldChg chg="del">
        <pc:chgData name="Reinhold Heinlein" userId="c5e5d61b-3817-4f51-a712-dcf8bfbff443" providerId="ADAL" clId="{2810CC7D-97AB-403A-9E02-C7CB57E724EA}" dt="2025-06-16T13:50:40.082" v="1485" actId="47"/>
        <pc:sldMkLst>
          <pc:docMk/>
          <pc:sldMk cId="768144150" sldId="310"/>
        </pc:sldMkLst>
      </pc:sldChg>
      <pc:sldChg chg="del">
        <pc:chgData name="Reinhold Heinlein" userId="c5e5d61b-3817-4f51-a712-dcf8bfbff443" providerId="ADAL" clId="{2810CC7D-97AB-403A-9E02-C7CB57E724EA}" dt="2025-06-16T13:50:41.385" v="1486" actId="47"/>
        <pc:sldMkLst>
          <pc:docMk/>
          <pc:sldMk cId="2227512410" sldId="311"/>
        </pc:sldMkLst>
      </pc:sldChg>
      <pc:sldChg chg="del">
        <pc:chgData name="Reinhold Heinlein" userId="c5e5d61b-3817-4f51-a712-dcf8bfbff443" providerId="ADAL" clId="{2810CC7D-97AB-403A-9E02-C7CB57E724EA}" dt="2025-06-16T13:50:42.472" v="1487" actId="47"/>
        <pc:sldMkLst>
          <pc:docMk/>
          <pc:sldMk cId="2178000082" sldId="312"/>
        </pc:sldMkLst>
      </pc:sldChg>
      <pc:sldChg chg="del">
        <pc:chgData name="Reinhold Heinlein" userId="c5e5d61b-3817-4f51-a712-dcf8bfbff443" providerId="ADAL" clId="{2810CC7D-97AB-403A-9E02-C7CB57E724EA}" dt="2025-06-16T13:50:43.112" v="1488" actId="47"/>
        <pc:sldMkLst>
          <pc:docMk/>
          <pc:sldMk cId="2189301383" sldId="313"/>
        </pc:sldMkLst>
      </pc:sldChg>
      <pc:sldChg chg="del">
        <pc:chgData name="Reinhold Heinlein" userId="c5e5d61b-3817-4f51-a712-dcf8bfbff443" providerId="ADAL" clId="{2810CC7D-97AB-403A-9E02-C7CB57E724EA}" dt="2025-06-16T13:50:43.569" v="1489" actId="47"/>
        <pc:sldMkLst>
          <pc:docMk/>
          <pc:sldMk cId="1690705445" sldId="314"/>
        </pc:sldMkLst>
      </pc:sldChg>
      <pc:sldChg chg="del">
        <pc:chgData name="Reinhold Heinlein" userId="c5e5d61b-3817-4f51-a712-dcf8bfbff443" providerId="ADAL" clId="{2810CC7D-97AB-403A-9E02-C7CB57E724EA}" dt="2025-06-16T13:50:44.131" v="1490" actId="47"/>
        <pc:sldMkLst>
          <pc:docMk/>
          <pc:sldMk cId="2274016647" sldId="315"/>
        </pc:sldMkLst>
      </pc:sldChg>
      <pc:sldChg chg="del">
        <pc:chgData name="Reinhold Heinlein" userId="c5e5d61b-3817-4f51-a712-dcf8bfbff443" providerId="ADAL" clId="{2810CC7D-97AB-403A-9E02-C7CB57E724EA}" dt="2025-06-16T13:50:44.654" v="1491" actId="47"/>
        <pc:sldMkLst>
          <pc:docMk/>
          <pc:sldMk cId="400477789" sldId="316"/>
        </pc:sldMkLst>
      </pc:sldChg>
      <pc:sldChg chg="del">
        <pc:chgData name="Reinhold Heinlein" userId="c5e5d61b-3817-4f51-a712-dcf8bfbff443" providerId="ADAL" clId="{2810CC7D-97AB-403A-9E02-C7CB57E724EA}" dt="2025-06-16T13:50:45.111" v="1492" actId="47"/>
        <pc:sldMkLst>
          <pc:docMk/>
          <pc:sldMk cId="3556403888" sldId="317"/>
        </pc:sldMkLst>
      </pc:sldChg>
      <pc:sldChg chg="del">
        <pc:chgData name="Reinhold Heinlein" userId="c5e5d61b-3817-4f51-a712-dcf8bfbff443" providerId="ADAL" clId="{2810CC7D-97AB-403A-9E02-C7CB57E724EA}" dt="2025-06-16T13:50:45.742" v="1493" actId="47"/>
        <pc:sldMkLst>
          <pc:docMk/>
          <pc:sldMk cId="104194985" sldId="318"/>
        </pc:sldMkLst>
      </pc:sldChg>
      <pc:sldChg chg="del">
        <pc:chgData name="Reinhold Heinlein" userId="c5e5d61b-3817-4f51-a712-dcf8bfbff443" providerId="ADAL" clId="{2810CC7D-97AB-403A-9E02-C7CB57E724EA}" dt="2025-06-16T13:50:46.465" v="1494" actId="47"/>
        <pc:sldMkLst>
          <pc:docMk/>
          <pc:sldMk cId="1571714124" sldId="319"/>
        </pc:sldMkLst>
      </pc:sldChg>
      <pc:sldChg chg="del">
        <pc:chgData name="Reinhold Heinlein" userId="c5e5d61b-3817-4f51-a712-dcf8bfbff443" providerId="ADAL" clId="{2810CC7D-97AB-403A-9E02-C7CB57E724EA}" dt="2025-06-16T13:50:46.942" v="1495" actId="47"/>
        <pc:sldMkLst>
          <pc:docMk/>
          <pc:sldMk cId="996790948" sldId="320"/>
        </pc:sldMkLst>
      </pc:sldChg>
      <pc:sldChg chg="del">
        <pc:chgData name="Reinhold Heinlein" userId="c5e5d61b-3817-4f51-a712-dcf8bfbff443" providerId="ADAL" clId="{2810CC7D-97AB-403A-9E02-C7CB57E724EA}" dt="2025-06-16T13:50:47.496" v="1496" actId="47"/>
        <pc:sldMkLst>
          <pc:docMk/>
          <pc:sldMk cId="1352107890" sldId="321"/>
        </pc:sldMkLst>
      </pc:sldChg>
      <pc:sldChg chg="del">
        <pc:chgData name="Reinhold Heinlein" userId="c5e5d61b-3817-4f51-a712-dcf8bfbff443" providerId="ADAL" clId="{2810CC7D-97AB-403A-9E02-C7CB57E724EA}" dt="2025-06-16T13:50:48.086" v="1497" actId="47"/>
        <pc:sldMkLst>
          <pc:docMk/>
          <pc:sldMk cId="3806560627" sldId="322"/>
        </pc:sldMkLst>
      </pc:sldChg>
      <pc:sldChg chg="del">
        <pc:chgData name="Reinhold Heinlein" userId="c5e5d61b-3817-4f51-a712-dcf8bfbff443" providerId="ADAL" clId="{2810CC7D-97AB-403A-9E02-C7CB57E724EA}" dt="2025-06-16T13:50:49.423" v="1498" actId="47"/>
        <pc:sldMkLst>
          <pc:docMk/>
          <pc:sldMk cId="496113356" sldId="323"/>
        </pc:sldMkLst>
      </pc:sldChg>
      <pc:sldChg chg="modSp add mod">
        <pc:chgData name="Reinhold Heinlein" userId="c5e5d61b-3817-4f51-a712-dcf8bfbff443" providerId="ADAL" clId="{2810CC7D-97AB-403A-9E02-C7CB57E724EA}" dt="2025-06-16T13:30:22.548" v="1170" actId="20577"/>
        <pc:sldMkLst>
          <pc:docMk/>
          <pc:sldMk cId="501659311" sldId="324"/>
        </pc:sldMkLst>
        <pc:spChg chg="mod">
          <ac:chgData name="Reinhold Heinlein" userId="c5e5d61b-3817-4f51-a712-dcf8bfbff443" providerId="ADAL" clId="{2810CC7D-97AB-403A-9E02-C7CB57E724EA}" dt="2025-06-16T13:30:22.548" v="1170" actId="20577"/>
          <ac:spMkLst>
            <pc:docMk/>
            <pc:sldMk cId="501659311" sldId="324"/>
            <ac:spMk id="3" creationId="{45F1B4D6-29E0-AD64-5524-17FD77BD33AA}"/>
          </ac:spMkLst>
        </pc:spChg>
      </pc:sldChg>
      <pc:sldChg chg="modSp add mod">
        <pc:chgData name="Reinhold Heinlein" userId="c5e5d61b-3817-4f51-a712-dcf8bfbff443" providerId="ADAL" clId="{2810CC7D-97AB-403A-9E02-C7CB57E724EA}" dt="2025-06-16T14:11:13.624" v="1684" actId="20577"/>
        <pc:sldMkLst>
          <pc:docMk/>
          <pc:sldMk cId="1900873510" sldId="325"/>
        </pc:sldMkLst>
        <pc:spChg chg="mod">
          <ac:chgData name="Reinhold Heinlein" userId="c5e5d61b-3817-4f51-a712-dcf8bfbff443" providerId="ADAL" clId="{2810CC7D-97AB-403A-9E02-C7CB57E724EA}" dt="2025-06-16T13:37:59.497" v="1209" actId="20577"/>
          <ac:spMkLst>
            <pc:docMk/>
            <pc:sldMk cId="1900873510" sldId="325"/>
            <ac:spMk id="2" creationId="{6C631029-1661-2349-980F-BA76CC7C996B}"/>
          </ac:spMkLst>
        </pc:spChg>
        <pc:spChg chg="mod">
          <ac:chgData name="Reinhold Heinlein" userId="c5e5d61b-3817-4f51-a712-dcf8bfbff443" providerId="ADAL" clId="{2810CC7D-97AB-403A-9E02-C7CB57E724EA}" dt="2025-06-16T14:11:13.624" v="1684" actId="20577"/>
          <ac:spMkLst>
            <pc:docMk/>
            <pc:sldMk cId="1900873510" sldId="325"/>
            <ac:spMk id="3" creationId="{44AA09EF-F33F-0CFF-1239-98E3110095D9}"/>
          </ac:spMkLst>
        </pc:spChg>
      </pc:sldChg>
      <pc:sldChg chg="modSp add mod">
        <pc:chgData name="Reinhold Heinlein" userId="c5e5d61b-3817-4f51-a712-dcf8bfbff443" providerId="ADAL" clId="{2810CC7D-97AB-403A-9E02-C7CB57E724EA}" dt="2025-06-17T07:39:50.364" v="2036" actId="20577"/>
        <pc:sldMkLst>
          <pc:docMk/>
          <pc:sldMk cId="2719714842" sldId="326"/>
        </pc:sldMkLst>
        <pc:spChg chg="mod">
          <ac:chgData name="Reinhold Heinlein" userId="c5e5d61b-3817-4f51-a712-dcf8bfbff443" providerId="ADAL" clId="{2810CC7D-97AB-403A-9E02-C7CB57E724EA}" dt="2025-06-17T07:39:50.364" v="2036" actId="20577"/>
          <ac:spMkLst>
            <pc:docMk/>
            <pc:sldMk cId="2719714842" sldId="326"/>
            <ac:spMk id="2" creationId="{2C302AA8-5BEB-6B2A-9E59-A5AF0512B4AC}"/>
          </ac:spMkLst>
        </pc:spChg>
        <pc:spChg chg="mod">
          <ac:chgData name="Reinhold Heinlein" userId="c5e5d61b-3817-4f51-a712-dcf8bfbff443" providerId="ADAL" clId="{2810CC7D-97AB-403A-9E02-C7CB57E724EA}" dt="2025-06-17T07:33:55.729" v="2028" actId="14100"/>
          <ac:spMkLst>
            <pc:docMk/>
            <pc:sldMk cId="2719714842" sldId="326"/>
            <ac:spMk id="3" creationId="{3E54FFC3-BF93-16EF-D52E-580503B5DE31}"/>
          </ac:spMkLst>
        </pc:spChg>
      </pc:sldChg>
      <pc:sldChg chg="addSp delSp modSp add mod">
        <pc:chgData name="Reinhold Heinlein" userId="c5e5d61b-3817-4f51-a712-dcf8bfbff443" providerId="ADAL" clId="{2810CC7D-97AB-403A-9E02-C7CB57E724EA}" dt="2025-06-17T07:46:39.310" v="2372" actId="20577"/>
        <pc:sldMkLst>
          <pc:docMk/>
          <pc:sldMk cId="2756305870" sldId="327"/>
        </pc:sldMkLst>
        <pc:spChg chg="mod">
          <ac:chgData name="Reinhold Heinlein" userId="c5e5d61b-3817-4f51-a712-dcf8bfbff443" providerId="ADAL" clId="{2810CC7D-97AB-403A-9E02-C7CB57E724EA}" dt="2025-06-17T07:46:39.310" v="2372" actId="20577"/>
          <ac:spMkLst>
            <pc:docMk/>
            <pc:sldMk cId="2756305870" sldId="327"/>
            <ac:spMk id="3" creationId="{6DDEC524-70A3-EA1B-AD31-39E414D8A2BF}"/>
          </ac:spMkLst>
        </pc:spChg>
      </pc:sldChg>
      <pc:sldChg chg="modSp add mod ord">
        <pc:chgData name="Reinhold Heinlein" userId="c5e5d61b-3817-4f51-a712-dcf8bfbff443" providerId="ADAL" clId="{2810CC7D-97AB-403A-9E02-C7CB57E724EA}" dt="2025-06-17T10:16:47.023" v="4533" actId="20577"/>
        <pc:sldMkLst>
          <pc:docMk/>
          <pc:sldMk cId="1377623855" sldId="328"/>
        </pc:sldMkLst>
        <pc:spChg chg="mod">
          <ac:chgData name="Reinhold Heinlein" userId="c5e5d61b-3817-4f51-a712-dcf8bfbff443" providerId="ADAL" clId="{2810CC7D-97AB-403A-9E02-C7CB57E724EA}" dt="2025-06-17T07:49:38.429" v="2386" actId="20577"/>
          <ac:spMkLst>
            <pc:docMk/>
            <pc:sldMk cId="1377623855" sldId="328"/>
            <ac:spMk id="2" creationId="{656404AC-F2C2-1878-3883-CC2CFE8F525B}"/>
          </ac:spMkLst>
        </pc:spChg>
        <pc:spChg chg="mod">
          <ac:chgData name="Reinhold Heinlein" userId="c5e5d61b-3817-4f51-a712-dcf8bfbff443" providerId="ADAL" clId="{2810CC7D-97AB-403A-9E02-C7CB57E724EA}" dt="2025-06-17T10:16:47.023" v="4533" actId="20577"/>
          <ac:spMkLst>
            <pc:docMk/>
            <pc:sldMk cId="1377623855" sldId="328"/>
            <ac:spMk id="3" creationId="{F2F561EB-B677-E785-D9DD-EBB17B70C777}"/>
          </ac:spMkLst>
        </pc:spChg>
      </pc:sldChg>
      <pc:sldChg chg="modSp add mod">
        <pc:chgData name="Reinhold Heinlein" userId="c5e5d61b-3817-4f51-a712-dcf8bfbff443" providerId="ADAL" clId="{2810CC7D-97AB-403A-9E02-C7CB57E724EA}" dt="2025-06-17T08:12:00.768" v="3031" actId="20577"/>
        <pc:sldMkLst>
          <pc:docMk/>
          <pc:sldMk cId="4054621891" sldId="329"/>
        </pc:sldMkLst>
        <pc:spChg chg="mod">
          <ac:chgData name="Reinhold Heinlein" userId="c5e5d61b-3817-4f51-a712-dcf8bfbff443" providerId="ADAL" clId="{2810CC7D-97AB-403A-9E02-C7CB57E724EA}" dt="2025-06-17T07:58:21.377" v="2786" actId="20577"/>
          <ac:spMkLst>
            <pc:docMk/>
            <pc:sldMk cId="4054621891" sldId="329"/>
            <ac:spMk id="2" creationId="{70C2B4F6-41D0-F6C6-3577-F3D457F11454}"/>
          </ac:spMkLst>
        </pc:spChg>
        <pc:spChg chg="mod">
          <ac:chgData name="Reinhold Heinlein" userId="c5e5d61b-3817-4f51-a712-dcf8bfbff443" providerId="ADAL" clId="{2810CC7D-97AB-403A-9E02-C7CB57E724EA}" dt="2025-06-17T08:12:00.768" v="3031" actId="20577"/>
          <ac:spMkLst>
            <pc:docMk/>
            <pc:sldMk cId="4054621891" sldId="329"/>
            <ac:spMk id="3" creationId="{D8C5D437-C6C8-84E3-7A61-37844C4E5966}"/>
          </ac:spMkLst>
        </pc:spChg>
      </pc:sldChg>
      <pc:sldChg chg="modSp add mod">
        <pc:chgData name="Reinhold Heinlein" userId="c5e5d61b-3817-4f51-a712-dcf8bfbff443" providerId="ADAL" clId="{2810CC7D-97AB-403A-9E02-C7CB57E724EA}" dt="2025-06-17T08:40:19.865" v="3293" actId="113"/>
        <pc:sldMkLst>
          <pc:docMk/>
          <pc:sldMk cId="964645156" sldId="330"/>
        </pc:sldMkLst>
        <pc:spChg chg="mod">
          <ac:chgData name="Reinhold Heinlein" userId="c5e5d61b-3817-4f51-a712-dcf8bfbff443" providerId="ADAL" clId="{2810CC7D-97AB-403A-9E02-C7CB57E724EA}" dt="2025-06-17T08:13:27.313" v="3070" actId="20577"/>
          <ac:spMkLst>
            <pc:docMk/>
            <pc:sldMk cId="964645156" sldId="330"/>
            <ac:spMk id="2" creationId="{9E2453E3-CEE5-9B65-9495-1F2FEDFB046E}"/>
          </ac:spMkLst>
        </pc:spChg>
        <pc:spChg chg="mod">
          <ac:chgData name="Reinhold Heinlein" userId="c5e5d61b-3817-4f51-a712-dcf8bfbff443" providerId="ADAL" clId="{2810CC7D-97AB-403A-9E02-C7CB57E724EA}" dt="2025-06-17T08:40:19.865" v="3293" actId="113"/>
          <ac:spMkLst>
            <pc:docMk/>
            <pc:sldMk cId="964645156" sldId="330"/>
            <ac:spMk id="3" creationId="{2677ACF2-5A47-AA35-899A-2C54B3ACBFBC}"/>
          </ac:spMkLst>
        </pc:spChg>
      </pc:sldChg>
      <pc:sldChg chg="modSp add mod">
        <pc:chgData name="Reinhold Heinlein" userId="c5e5d61b-3817-4f51-a712-dcf8bfbff443" providerId="ADAL" clId="{2810CC7D-97AB-403A-9E02-C7CB57E724EA}" dt="2025-06-17T08:48:42.277" v="3430" actId="20577"/>
        <pc:sldMkLst>
          <pc:docMk/>
          <pc:sldMk cId="2936980827" sldId="331"/>
        </pc:sldMkLst>
        <pc:spChg chg="mod">
          <ac:chgData name="Reinhold Heinlein" userId="c5e5d61b-3817-4f51-a712-dcf8bfbff443" providerId="ADAL" clId="{2810CC7D-97AB-403A-9E02-C7CB57E724EA}" dt="2025-06-17T08:44:06.383" v="3328" actId="20577"/>
          <ac:spMkLst>
            <pc:docMk/>
            <pc:sldMk cId="2936980827" sldId="331"/>
            <ac:spMk id="2" creationId="{63ECE240-6284-B8C5-7A34-1E1B3437BC15}"/>
          </ac:spMkLst>
        </pc:spChg>
        <pc:spChg chg="mod">
          <ac:chgData name="Reinhold Heinlein" userId="c5e5d61b-3817-4f51-a712-dcf8bfbff443" providerId="ADAL" clId="{2810CC7D-97AB-403A-9E02-C7CB57E724EA}" dt="2025-06-17T08:48:42.277" v="3430" actId="20577"/>
          <ac:spMkLst>
            <pc:docMk/>
            <pc:sldMk cId="2936980827" sldId="331"/>
            <ac:spMk id="3" creationId="{41D80CBC-2BCA-44F2-50BE-43476C8BB725}"/>
          </ac:spMkLst>
        </pc:spChg>
      </pc:sldChg>
      <pc:sldChg chg="modSp add mod">
        <pc:chgData name="Reinhold Heinlein" userId="c5e5d61b-3817-4f51-a712-dcf8bfbff443" providerId="ADAL" clId="{2810CC7D-97AB-403A-9E02-C7CB57E724EA}" dt="2025-06-17T08:56:25.219" v="3499" actId="255"/>
        <pc:sldMkLst>
          <pc:docMk/>
          <pc:sldMk cId="3552782920" sldId="332"/>
        </pc:sldMkLst>
        <pc:spChg chg="mod">
          <ac:chgData name="Reinhold Heinlein" userId="c5e5d61b-3817-4f51-a712-dcf8bfbff443" providerId="ADAL" clId="{2810CC7D-97AB-403A-9E02-C7CB57E724EA}" dt="2025-06-17T08:56:25.219" v="3499" actId="255"/>
          <ac:spMkLst>
            <pc:docMk/>
            <pc:sldMk cId="3552782920" sldId="332"/>
            <ac:spMk id="3" creationId="{0C8E4879-5D31-0167-8204-EC68D79D9512}"/>
          </ac:spMkLst>
        </pc:spChg>
      </pc:sldChg>
      <pc:sldChg chg="modSp add mod">
        <pc:chgData name="Reinhold Heinlein" userId="c5e5d61b-3817-4f51-a712-dcf8bfbff443" providerId="ADAL" clId="{2810CC7D-97AB-403A-9E02-C7CB57E724EA}" dt="2025-06-17T09:01:24.436" v="3560" actId="20577"/>
        <pc:sldMkLst>
          <pc:docMk/>
          <pc:sldMk cId="905114315" sldId="333"/>
        </pc:sldMkLst>
        <pc:spChg chg="mod">
          <ac:chgData name="Reinhold Heinlein" userId="c5e5d61b-3817-4f51-a712-dcf8bfbff443" providerId="ADAL" clId="{2810CC7D-97AB-403A-9E02-C7CB57E724EA}" dt="2025-06-17T09:01:24.436" v="3560" actId="20577"/>
          <ac:spMkLst>
            <pc:docMk/>
            <pc:sldMk cId="905114315" sldId="333"/>
            <ac:spMk id="3" creationId="{A002160E-D64A-3816-85FA-E5649E94B282}"/>
          </ac:spMkLst>
        </pc:spChg>
      </pc:sldChg>
      <pc:sldChg chg="modSp add mod">
        <pc:chgData name="Reinhold Heinlein" userId="c5e5d61b-3817-4f51-a712-dcf8bfbff443" providerId="ADAL" clId="{2810CC7D-97AB-403A-9E02-C7CB57E724EA}" dt="2025-06-19T09:01:10.402" v="4590" actId="20577"/>
        <pc:sldMkLst>
          <pc:docMk/>
          <pc:sldMk cId="2853713050" sldId="334"/>
        </pc:sldMkLst>
        <pc:spChg chg="mod">
          <ac:chgData name="Reinhold Heinlein" userId="c5e5d61b-3817-4f51-a712-dcf8bfbff443" providerId="ADAL" clId="{2810CC7D-97AB-403A-9E02-C7CB57E724EA}" dt="2025-06-17T09:05:45.241" v="3611" actId="20577"/>
          <ac:spMkLst>
            <pc:docMk/>
            <pc:sldMk cId="2853713050" sldId="334"/>
            <ac:spMk id="2" creationId="{4177F950-AB7F-9357-1528-77E9493ACCA9}"/>
          </ac:spMkLst>
        </pc:spChg>
        <pc:spChg chg="mod">
          <ac:chgData name="Reinhold Heinlein" userId="c5e5d61b-3817-4f51-a712-dcf8bfbff443" providerId="ADAL" clId="{2810CC7D-97AB-403A-9E02-C7CB57E724EA}" dt="2025-06-19T09:01:10.402" v="4590" actId="20577"/>
          <ac:spMkLst>
            <pc:docMk/>
            <pc:sldMk cId="2853713050" sldId="334"/>
            <ac:spMk id="3" creationId="{9E338426-C7ED-9D0E-FBC6-591FDE0996CA}"/>
          </ac:spMkLst>
        </pc:spChg>
      </pc:sldChg>
      <pc:sldChg chg="addSp modSp add mod">
        <pc:chgData name="Reinhold Heinlein" userId="c5e5d61b-3817-4f51-a712-dcf8bfbff443" providerId="ADAL" clId="{2810CC7D-97AB-403A-9E02-C7CB57E724EA}" dt="2025-06-17T09:35:24.259" v="3967" actId="20577"/>
        <pc:sldMkLst>
          <pc:docMk/>
          <pc:sldMk cId="1191206472" sldId="335"/>
        </pc:sldMkLst>
        <pc:spChg chg="mod">
          <ac:chgData name="Reinhold Heinlein" userId="c5e5d61b-3817-4f51-a712-dcf8bfbff443" providerId="ADAL" clId="{2810CC7D-97AB-403A-9E02-C7CB57E724EA}" dt="2025-06-17T09:25:49.024" v="3663" actId="20577"/>
          <ac:spMkLst>
            <pc:docMk/>
            <pc:sldMk cId="1191206472" sldId="335"/>
            <ac:spMk id="2" creationId="{A6C7562E-5A83-77EB-DE77-4E7B0C9BB393}"/>
          </ac:spMkLst>
        </pc:spChg>
        <pc:spChg chg="mod">
          <ac:chgData name="Reinhold Heinlein" userId="c5e5d61b-3817-4f51-a712-dcf8bfbff443" providerId="ADAL" clId="{2810CC7D-97AB-403A-9E02-C7CB57E724EA}" dt="2025-06-17T09:35:24.259" v="3967" actId="20577"/>
          <ac:spMkLst>
            <pc:docMk/>
            <pc:sldMk cId="1191206472" sldId="335"/>
            <ac:spMk id="3" creationId="{D26A8B35-292F-22C3-C048-C383CC0B604C}"/>
          </ac:spMkLst>
        </pc:spChg>
        <pc:picChg chg="add mod">
          <ac:chgData name="Reinhold Heinlein" userId="c5e5d61b-3817-4f51-a712-dcf8bfbff443" providerId="ADAL" clId="{2810CC7D-97AB-403A-9E02-C7CB57E724EA}" dt="2025-06-17T09:25:40.581" v="3652" actId="1076"/>
          <ac:picMkLst>
            <pc:docMk/>
            <pc:sldMk cId="1191206472" sldId="335"/>
            <ac:picMk id="4" creationId="{158ABFEC-FF46-26EB-DCF5-0E87BA1BB68A}"/>
          </ac:picMkLst>
        </pc:picChg>
      </pc:sldChg>
      <pc:sldChg chg="delSp modSp add mod ord">
        <pc:chgData name="Reinhold Heinlein" userId="c5e5d61b-3817-4f51-a712-dcf8bfbff443" providerId="ADAL" clId="{2810CC7D-97AB-403A-9E02-C7CB57E724EA}" dt="2025-06-17T10:14:46.582" v="4507"/>
        <pc:sldMkLst>
          <pc:docMk/>
          <pc:sldMk cId="318181740" sldId="336"/>
        </pc:sldMkLst>
        <pc:spChg chg="mod">
          <ac:chgData name="Reinhold Heinlein" userId="c5e5d61b-3817-4f51-a712-dcf8bfbff443" providerId="ADAL" clId="{2810CC7D-97AB-403A-9E02-C7CB57E724EA}" dt="2025-06-17T09:37:05.785" v="3969"/>
          <ac:spMkLst>
            <pc:docMk/>
            <pc:sldMk cId="318181740" sldId="336"/>
            <ac:spMk id="2" creationId="{74EEBA31-2F0E-771D-7A07-FDFC3ECD26C7}"/>
          </ac:spMkLst>
        </pc:spChg>
        <pc:spChg chg="mod">
          <ac:chgData name="Reinhold Heinlein" userId="c5e5d61b-3817-4f51-a712-dcf8bfbff443" providerId="ADAL" clId="{2810CC7D-97AB-403A-9E02-C7CB57E724EA}" dt="2025-06-17T09:46:10.223" v="4246" actId="20577"/>
          <ac:spMkLst>
            <pc:docMk/>
            <pc:sldMk cId="318181740" sldId="336"/>
            <ac:spMk id="3" creationId="{96BCF4D8-CC5D-35F5-8DE8-6DB06051C430}"/>
          </ac:spMkLst>
        </pc:spChg>
      </pc:sldChg>
      <pc:sldChg chg="addSp modSp add mod">
        <pc:chgData name="Reinhold Heinlein" userId="c5e5d61b-3817-4f51-a712-dcf8bfbff443" providerId="ADAL" clId="{2810CC7D-97AB-403A-9E02-C7CB57E724EA}" dt="2025-06-17T10:08:48.836" v="4505" actId="1076"/>
        <pc:sldMkLst>
          <pc:docMk/>
          <pc:sldMk cId="173588279" sldId="337"/>
        </pc:sldMkLst>
        <pc:spChg chg="mod">
          <ac:chgData name="Reinhold Heinlein" userId="c5e5d61b-3817-4f51-a712-dcf8bfbff443" providerId="ADAL" clId="{2810CC7D-97AB-403A-9E02-C7CB57E724EA}" dt="2025-06-17T09:51:10.288" v="4275" actId="20577"/>
          <ac:spMkLst>
            <pc:docMk/>
            <pc:sldMk cId="173588279" sldId="337"/>
            <ac:spMk id="2" creationId="{1111A697-886F-224B-F8C5-5846427A5F82}"/>
          </ac:spMkLst>
        </pc:spChg>
        <pc:spChg chg="mod">
          <ac:chgData name="Reinhold Heinlein" userId="c5e5d61b-3817-4f51-a712-dcf8bfbff443" providerId="ADAL" clId="{2810CC7D-97AB-403A-9E02-C7CB57E724EA}" dt="2025-06-17T10:08:44.342" v="4504" actId="20577"/>
          <ac:spMkLst>
            <pc:docMk/>
            <pc:sldMk cId="173588279" sldId="337"/>
            <ac:spMk id="3" creationId="{9270AF86-1E4F-9A76-DFD5-8E5309143D0E}"/>
          </ac:spMkLst>
        </pc:spChg>
        <pc:picChg chg="add mod">
          <ac:chgData name="Reinhold Heinlein" userId="c5e5d61b-3817-4f51-a712-dcf8bfbff443" providerId="ADAL" clId="{2810CC7D-97AB-403A-9E02-C7CB57E724EA}" dt="2025-06-17T10:08:48.836" v="4505" actId="1076"/>
          <ac:picMkLst>
            <pc:docMk/>
            <pc:sldMk cId="173588279" sldId="337"/>
            <ac:picMk id="4" creationId="{6A38516B-8018-408F-0814-A54F9A4B8EE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7A739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gn="l">
              <a:lnSpc>
                <a:spcPts val="1300"/>
              </a:lnSpc>
              <a:spcBef>
                <a:spcPts val="0"/>
              </a:spcBef>
              <a:buFontTx/>
              <a:buNone/>
              <a:defRPr sz="18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6"/>
            <a:ext cx="1219139" cy="673215"/>
          </a:xfrm>
          <a:prstGeom prst="rect">
            <a:avLst/>
          </a:prstGeom>
        </p:spPr>
        <p:txBody>
          <a:bodyPr lIns="0" tIns="0" rIns="0" bIns="0"/>
          <a:lstStyle>
            <a:lvl1pPr marL="0" indent="0" algn="l">
              <a:lnSpc>
                <a:spcPct val="1000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4" y="3057655"/>
            <a:ext cx="1219139" cy="673215"/>
          </a:xfrm>
          <a:prstGeom prst="rect">
            <a:avLst/>
          </a:prstGeom>
        </p:spPr>
        <p:txBody>
          <a:bodyPr lIns="0" tIns="0" rIns="0" bIns="0"/>
          <a:lstStyle>
            <a:lvl1pPr marL="0" indent="0" algn="l">
              <a:lnSpc>
                <a:spcPct val="100000"/>
              </a:lnSpc>
              <a:spcBef>
                <a:spcPts val="0"/>
              </a:spcBef>
              <a:buFontTx/>
              <a:buNone/>
              <a:defRPr sz="2000" b="1" i="0">
                <a:solidFill>
                  <a:schemeClr val="bg1"/>
                </a:solidFill>
                <a:latin typeface="+mj-lt"/>
                <a:ea typeface="Tahoma" charset="0"/>
                <a:cs typeface="Tahoma" charset="0"/>
              </a:defRPr>
            </a:lvl1pPr>
          </a:lstStyle>
          <a:p>
            <a:pPr lvl="0"/>
            <a:r>
              <a:rPr lang="en-US"/>
              <a:t>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576064"/>
          </a:xfrm>
          <a:prstGeom prst="rect">
            <a:avLst/>
          </a:prstGeom>
        </p:spPr>
        <p:txBody>
          <a:bodyPr lIns="0" tIns="0" rIns="0" bIns="0"/>
          <a:lstStyle>
            <a:lvl1pPr marL="0" indent="0" algn="l">
              <a:lnSpc>
                <a:spcPct val="100000"/>
              </a:lnSpc>
              <a:spcBef>
                <a:spcPts val="0"/>
              </a:spcBef>
              <a:buFontTx/>
              <a:buNone/>
              <a:defRPr sz="1800" b="0" i="0">
                <a:solidFill>
                  <a:schemeClr val="bg1"/>
                </a:solidFill>
                <a:latin typeface="+mn-lt"/>
                <a:ea typeface="Tahoma"/>
                <a:cs typeface="Tahoma"/>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7A7392"/>
              </a:buClr>
              <a:tabLst/>
              <a:defRPr sz="2000">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700213"/>
            <a:ext cx="6551612" cy="4465637"/>
          </a:xfrm>
          <a:prstGeom prst="rect">
            <a:avLst/>
          </a:prstGeom>
        </p:spPr>
        <p:txBody>
          <a:bodyPr lIns="0" tIns="0" rIns="0" bIns="0"/>
          <a:lstStyle>
            <a:lvl1pPr marL="266700" indent="-266700">
              <a:buClr>
                <a:srgbClr val="7A7392"/>
              </a:buClr>
              <a:buFont typeface="+mj-lt"/>
              <a:buAutoNum type="arabicPeriod"/>
              <a:defRPr sz="2000">
                <a:latin typeface="+mn-lt"/>
                <a:ea typeface="Tahoma" panose="020B0604030504040204" pitchFamily="34" charset="0"/>
                <a:cs typeface="Tahoma" panose="020B0604030504040204" pitchFamily="34" charset="0"/>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baseline="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7"/>
            <a:ext cx="78867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19697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7A7392"/>
                </a:solidFill>
                <a:latin typeface="+mj-lt"/>
              </a:defRPr>
            </a:lvl1pPr>
            <a:lvl2pPr marL="609600" indent="0">
              <a:lnSpc>
                <a:spcPts val="3600"/>
              </a:lnSpc>
              <a:buNone/>
              <a:defRPr sz="2800" b="0" i="1" baseline="0">
                <a:solidFill>
                  <a:srgbClr val="7A7392"/>
                </a:solidFill>
                <a:latin typeface="+mj-lt"/>
              </a:defRPr>
            </a:lvl2pPr>
            <a:lvl3pPr marL="1219200" indent="0">
              <a:lnSpc>
                <a:spcPts val="3600"/>
              </a:lnSpc>
              <a:buNone/>
              <a:defRPr sz="2800" b="0" i="1" baseline="0">
                <a:solidFill>
                  <a:srgbClr val="7A7392"/>
                </a:solidFill>
                <a:latin typeface="+mj-lt"/>
              </a:defRPr>
            </a:lvl3pPr>
            <a:lvl4pPr marL="1828800" indent="0">
              <a:lnSpc>
                <a:spcPts val="3600"/>
              </a:lnSpc>
              <a:buNone/>
              <a:defRPr sz="2800" b="0" i="1" baseline="0">
                <a:solidFill>
                  <a:srgbClr val="7A7392"/>
                </a:solidFill>
                <a:latin typeface="+mj-lt"/>
              </a:defRPr>
            </a:lvl4pPr>
            <a:lvl5pPr marL="2438400" indent="0">
              <a:lnSpc>
                <a:spcPts val="3600"/>
              </a:lnSpc>
              <a:buNone/>
              <a:defRPr sz="2800" b="0" i="1" baseline="0">
                <a:solidFill>
                  <a:srgbClr val="7A7392"/>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3" y="2852936"/>
            <a:ext cx="4283969" cy="2592288"/>
          </a:xfrm>
          <a:prstGeom prst="rect">
            <a:avLst/>
          </a:prstGeom>
        </p:spPr>
        <p:txBody>
          <a:bodyPr/>
          <a:lstStyle>
            <a:lvl1pPr marL="0" indent="0" algn="r">
              <a:lnSpc>
                <a:spcPts val="9600"/>
              </a:lnSpc>
              <a:buNone/>
              <a:defRPr sz="13000" b="0" i="0" baseline="0">
                <a:solidFill>
                  <a:srgbClr val="7A7392"/>
                </a:solidFill>
                <a:latin typeface="+mj-lt"/>
                <a:ea typeface="Georgia" charset="0"/>
                <a:cs typeface="Georgia"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852738"/>
            <a:ext cx="3656012" cy="2592387"/>
          </a:xfrm>
          <a:prstGeom prst="rect">
            <a:avLst/>
          </a:prstGeom>
        </p:spPr>
        <p:txBody>
          <a:bodyPr/>
          <a:lstStyle>
            <a:lvl1pPr>
              <a:defRPr sz="2000">
                <a:solidFill>
                  <a:srgbClr val="7A7392"/>
                </a:solidFill>
              </a:defRPr>
            </a:lvl1pPr>
            <a:lvl2pPr marL="609600" indent="0">
              <a:buNone/>
              <a:defRPr sz="2000">
                <a:solidFill>
                  <a:srgbClr val="7A7392"/>
                </a:solidFill>
              </a:defRPr>
            </a:lvl2pPr>
            <a:lvl3pPr marL="1219200" indent="0">
              <a:buNone/>
              <a:defRPr sz="2000">
                <a:solidFill>
                  <a:srgbClr val="7A7392"/>
                </a:solidFill>
              </a:defRPr>
            </a:lvl3pPr>
            <a:lvl4pPr marL="1828800" indent="0">
              <a:buNone/>
              <a:defRPr sz="2000">
                <a:solidFill>
                  <a:srgbClr val="7A7392"/>
                </a:solidFill>
              </a:defRPr>
            </a:lvl4pPr>
            <a:lvl5pPr marL="2438400" indent="0">
              <a:buNone/>
              <a:defRPr sz="2000">
                <a:solidFill>
                  <a:srgbClr val="7A739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4"/>
          <p:cNvSpPr>
            <a:spLocks noGrp="1"/>
          </p:cNvSpPr>
          <p:nvPr>
            <p:ph type="body" sz="quarter" idx="14"/>
          </p:nvPr>
        </p:nvSpPr>
        <p:spPr>
          <a:xfrm>
            <a:off x="970980" y="5661025"/>
            <a:ext cx="7129412" cy="648295"/>
          </a:xfrm>
          <a:prstGeom prst="rect">
            <a:avLst/>
          </a:prstGeom>
        </p:spPr>
        <p:txBody>
          <a:bodyPr/>
          <a:lstStyle>
            <a:lvl1pPr marL="0" indent="0" algn="r">
              <a:lnSpc>
                <a:spcPts val="1400"/>
              </a:lnSpc>
              <a:buNone/>
              <a:defRPr sz="1800" baseline="0">
                <a:solidFill>
                  <a:schemeClr val="tx1"/>
                </a:solidFill>
                <a:latin typeface="Tahoma" charset="0"/>
              </a:defRPr>
            </a:lvl1pPr>
            <a:lvl2pPr marL="609600" indent="0" algn="r">
              <a:lnSpc>
                <a:spcPts val="1400"/>
              </a:lnSpc>
              <a:buNone/>
              <a:defRPr sz="1800" baseline="0">
                <a:solidFill>
                  <a:schemeClr val="tx1"/>
                </a:solidFill>
                <a:latin typeface="Tahoma" charset="0"/>
              </a:defRPr>
            </a:lvl2pPr>
            <a:lvl3pPr marL="1219200" indent="0" algn="r">
              <a:lnSpc>
                <a:spcPts val="1400"/>
              </a:lnSpc>
              <a:buNone/>
              <a:defRPr sz="1800" baseline="0">
                <a:solidFill>
                  <a:schemeClr val="tx1"/>
                </a:solidFill>
                <a:latin typeface="Tahoma" charset="0"/>
              </a:defRPr>
            </a:lvl3pPr>
            <a:lvl4pPr marL="1828800" indent="0" algn="r">
              <a:lnSpc>
                <a:spcPts val="1400"/>
              </a:lnSpc>
              <a:buNone/>
              <a:defRPr sz="1800" baseline="0">
                <a:solidFill>
                  <a:schemeClr val="tx1"/>
                </a:solidFill>
                <a:latin typeface="Tahoma" charset="0"/>
              </a:defRPr>
            </a:lvl4pPr>
            <a:lvl5pPr marL="2438400" indent="0" algn="r">
              <a:lnSpc>
                <a:spcPts val="1400"/>
              </a:lnSpc>
              <a:buNone/>
              <a:defRPr sz="1800" baseline="0">
                <a:solidFill>
                  <a:schemeClr val="tx1"/>
                </a:solidFill>
                <a:latin typeface="Tahoma"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6497342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184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7"/>
            <a:ext cx="7886700" cy="720079"/>
          </a:xfrm>
          <a:prstGeom prst="rect">
            <a:avLst/>
          </a:prstGeom>
        </p:spPr>
        <p:txBody>
          <a:bodyPr vert="horz" lIns="0" tIns="0" rIns="0" bIns="0" rtlCol="0" anchor="t" anchorCtr="0">
            <a:normAutofit/>
          </a:bodyPr>
          <a:lstStyle/>
          <a:p>
            <a:r>
              <a:rPr lang="en-US"/>
              <a:t>Click to edit Master title style</a:t>
            </a:r>
            <a:endParaRPr lang="en-US" dirty="0"/>
          </a:p>
        </p:txBody>
      </p:sp>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Lst>
  <p:transition spd="slow">
    <p:fade/>
  </p:transition>
  <p:hf hdr="0" ftr="0" dt="0"/>
  <p:txStyles>
    <p:titleStyle>
      <a:lvl1pPr algn="l" defTabSz="606425" rtl="0" eaLnBrk="1" fontAlgn="base" hangingPunct="1">
        <a:spcBef>
          <a:spcPct val="0"/>
        </a:spcBef>
        <a:spcAft>
          <a:spcPct val="0"/>
        </a:spcAft>
        <a:defRPr sz="3600" kern="1200">
          <a:solidFill>
            <a:srgbClr val="7A7392"/>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www.ons.gov.uk/" TargetMode="External"/><Relationship Id="rId2" Type="http://schemas.openxmlformats.org/officeDocument/2006/relationships/hyperlink" Target="https://www.bloomberg.com/professional/terminal-overview/" TargetMode="External"/><Relationship Id="rId1" Type="http://schemas.openxmlformats.org/officeDocument/2006/relationships/slideLayout" Target="../slideLayouts/slideLayout4.xml"/><Relationship Id="rId6" Type="http://schemas.openxmlformats.org/officeDocument/2006/relationships/hyperlink" Target="https://finance.yahoo.com/markets/" TargetMode="External"/><Relationship Id="rId5" Type="http://schemas.openxmlformats.org/officeDocument/2006/relationships/hyperlink" Target="https://ukdataservice.ac.uk/" TargetMode="External"/><Relationship Id="rId4" Type="http://schemas.openxmlformats.org/officeDocument/2006/relationships/hyperlink" Target="https://fred.stlouisfed.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129AE-110C-40B7-9DF3-A4A07ADFD71E}"/>
              </a:ext>
            </a:extLst>
          </p:cNvPr>
          <p:cNvSpPr>
            <a:spLocks noGrp="1"/>
          </p:cNvSpPr>
          <p:nvPr>
            <p:ph type="title"/>
          </p:nvPr>
        </p:nvSpPr>
        <p:spPr>
          <a:xfrm>
            <a:off x="2050826" y="1915479"/>
            <a:ext cx="5689524" cy="3745769"/>
          </a:xfrm>
        </p:spPr>
        <p:txBody>
          <a:bodyPr/>
          <a:lstStyle/>
          <a:p>
            <a:r>
              <a:rPr lang="en-GB" dirty="0"/>
              <a:t>UMET9U-30-1- Professional Skills for Banking and Finance</a:t>
            </a:r>
            <a:br>
              <a:rPr lang="en-GB" dirty="0"/>
            </a:br>
            <a:br>
              <a:rPr lang="en-GB" dirty="0"/>
            </a:br>
            <a:br>
              <a:rPr lang="en-GB" dirty="0"/>
            </a:br>
            <a:r>
              <a:rPr lang="en-GB" dirty="0"/>
              <a:t>Lecture 7</a:t>
            </a:r>
          </a:p>
        </p:txBody>
      </p:sp>
      <p:sp>
        <p:nvSpPr>
          <p:cNvPr id="3" name="Text Placeholder 2">
            <a:extLst>
              <a:ext uri="{FF2B5EF4-FFF2-40B4-BE49-F238E27FC236}">
                <a16:creationId xmlns:a16="http://schemas.microsoft.com/office/drawing/2014/main" id="{78DD6D5A-6272-44C9-9121-5A48D169B9A6}"/>
              </a:ext>
            </a:extLst>
          </p:cNvPr>
          <p:cNvSpPr>
            <a:spLocks noGrp="1"/>
          </p:cNvSpPr>
          <p:nvPr>
            <p:ph type="body" sz="quarter" idx="15"/>
          </p:nvPr>
        </p:nvSpPr>
        <p:spPr/>
        <p:txBody>
          <a:bodyPr/>
          <a:lstStyle/>
          <a:p>
            <a:r>
              <a:rPr lang="en-GB" sz="2000" dirty="0"/>
              <a:t>Presented by</a:t>
            </a:r>
          </a:p>
        </p:txBody>
      </p:sp>
      <p:sp>
        <p:nvSpPr>
          <p:cNvPr id="4" name="Text Placeholder 3">
            <a:extLst>
              <a:ext uri="{FF2B5EF4-FFF2-40B4-BE49-F238E27FC236}">
                <a16:creationId xmlns:a16="http://schemas.microsoft.com/office/drawing/2014/main" id="{CE307F5E-61FF-45D2-B0E6-0386A93DB487}"/>
              </a:ext>
            </a:extLst>
          </p:cNvPr>
          <p:cNvSpPr>
            <a:spLocks noGrp="1"/>
          </p:cNvSpPr>
          <p:nvPr>
            <p:ph type="body" sz="quarter" idx="16"/>
          </p:nvPr>
        </p:nvSpPr>
        <p:spPr>
          <a:xfrm>
            <a:off x="586420" y="2323736"/>
            <a:ext cx="1219139" cy="601207"/>
          </a:xfrm>
        </p:spPr>
        <p:txBody>
          <a:bodyPr/>
          <a:lstStyle/>
          <a:p>
            <a:r>
              <a:rPr lang="en-GB" sz="2000" dirty="0"/>
              <a:t>Reinhold Heinlein</a:t>
            </a:r>
            <a:endParaRPr lang="en-GB" dirty="0"/>
          </a:p>
        </p:txBody>
      </p:sp>
      <p:sp>
        <p:nvSpPr>
          <p:cNvPr id="6" name="Text Placeholder 5">
            <a:extLst>
              <a:ext uri="{FF2B5EF4-FFF2-40B4-BE49-F238E27FC236}">
                <a16:creationId xmlns:a16="http://schemas.microsoft.com/office/drawing/2014/main" id="{8261A58E-4331-43B5-A70A-203EF9F254A4}"/>
              </a:ext>
            </a:extLst>
          </p:cNvPr>
          <p:cNvSpPr>
            <a:spLocks noGrp="1"/>
          </p:cNvSpPr>
          <p:nvPr>
            <p:ph type="body" sz="quarter" idx="18"/>
          </p:nvPr>
        </p:nvSpPr>
        <p:spPr/>
        <p:txBody>
          <a:bodyPr/>
          <a:lstStyle/>
          <a:p>
            <a:r>
              <a:rPr lang="en-GB" dirty="0"/>
              <a:t>November 2025</a:t>
            </a:r>
          </a:p>
        </p:txBody>
      </p:sp>
    </p:spTree>
    <p:extLst>
      <p:ext uri="{BB962C8B-B14F-4D97-AF65-F5344CB8AC3E}">
        <p14:creationId xmlns:p14="http://schemas.microsoft.com/office/powerpoint/2010/main" val="37133985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2C33-84D3-4C74-9F36-3265F3BE99AD}"/>
              </a:ext>
            </a:extLst>
          </p:cNvPr>
          <p:cNvSpPr>
            <a:spLocks noGrp="1"/>
          </p:cNvSpPr>
          <p:nvPr>
            <p:ph type="title"/>
          </p:nvPr>
        </p:nvSpPr>
        <p:spPr>
          <a:xfrm>
            <a:off x="872168" y="764704"/>
            <a:ext cx="6515620" cy="1325563"/>
          </a:xfrm>
        </p:spPr>
        <p:txBody>
          <a:bodyPr/>
          <a:lstStyle/>
          <a:p>
            <a:r>
              <a:rPr lang="en-GB" dirty="0">
                <a:solidFill>
                  <a:schemeClr val="accent4"/>
                </a:solidFill>
              </a:rPr>
              <a:t>Lecture content</a:t>
            </a:r>
          </a:p>
        </p:txBody>
      </p:sp>
      <p:sp>
        <p:nvSpPr>
          <p:cNvPr id="3" name="Text Placeholder 2">
            <a:extLst>
              <a:ext uri="{FF2B5EF4-FFF2-40B4-BE49-F238E27FC236}">
                <a16:creationId xmlns:a16="http://schemas.microsoft.com/office/drawing/2014/main" id="{67A63DF7-30A5-4CDB-B2AD-10BDF696FBA6}"/>
              </a:ext>
            </a:extLst>
          </p:cNvPr>
          <p:cNvSpPr>
            <a:spLocks noGrp="1"/>
          </p:cNvSpPr>
          <p:nvPr>
            <p:ph type="body" sz="quarter" idx="11"/>
          </p:nvPr>
        </p:nvSpPr>
        <p:spPr>
          <a:xfrm>
            <a:off x="886474" y="1772816"/>
            <a:ext cx="6515620" cy="2736304"/>
          </a:xfrm>
        </p:spPr>
        <p:txBody>
          <a:bodyPr/>
          <a:lstStyle/>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r>
              <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rPr>
              <a:t>Starting with statistics and data analysis</a:t>
            </a:r>
          </a:p>
          <a:p>
            <a:pPr marL="266700" indent="-257175">
              <a:buClr>
                <a:srgbClr val="7A7392"/>
              </a:buClr>
              <a:buFont typeface="Arial" charset="0"/>
              <a:buChar char="•"/>
              <a:defRPr/>
            </a:pPr>
            <a:r>
              <a:rPr lang="en-GB" sz="2400" dirty="0">
                <a:solidFill>
                  <a:prstClr val="black"/>
                </a:solidFill>
                <a:ea typeface="Tahoma" panose="020B0604030504040204" pitchFamily="34" charset="0"/>
                <a:cs typeface="Tahoma" panose="020B0604030504040204" pitchFamily="34" charset="0"/>
              </a:rPr>
              <a:t>Data sources</a:t>
            </a: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r>
              <a:rPr lang="en-GB" sz="2400" dirty="0">
                <a:solidFill>
                  <a:prstClr val="black"/>
                </a:solidFill>
                <a:latin typeface="Calibri"/>
                <a:ea typeface="Tahoma" panose="020B0604030504040204" pitchFamily="34" charset="0"/>
                <a:cs typeface="Tahoma" panose="020B0604030504040204" pitchFamily="34" charset="0"/>
              </a:rPr>
              <a:t>Data</a:t>
            </a:r>
            <a:r>
              <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rPr>
              <a:t> collection</a:t>
            </a:r>
          </a:p>
          <a:p>
            <a:pPr marL="266700" indent="-257175">
              <a:buClr>
                <a:srgbClr val="7A7392"/>
              </a:buClr>
              <a:buFont typeface="Arial" charset="0"/>
              <a:buChar char="•"/>
              <a:defRPr/>
            </a:pPr>
            <a:r>
              <a:rPr lang="en-GB" sz="2400" dirty="0">
                <a:solidFill>
                  <a:prstClr val="black"/>
                </a:solidFill>
                <a:ea typeface="Tahoma" panose="020B0604030504040204" pitchFamily="34" charset="0"/>
                <a:cs typeface="Tahoma" panose="020B0604030504040204" pitchFamily="34" charset="0"/>
              </a:rPr>
              <a:t>Types of data</a:t>
            </a: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indent="-257175">
              <a:buClr>
                <a:srgbClr val="7A7392"/>
              </a:buClr>
              <a:buFont typeface="Arial" charset="0"/>
              <a:buChar char="•"/>
              <a:defRPr/>
            </a:pPr>
            <a:r>
              <a:rPr lang="en-GB" sz="2400" dirty="0">
                <a:solidFill>
                  <a:prstClr val="black"/>
                </a:solidFill>
                <a:ea typeface="Tahoma" panose="020B0604030504040204" pitchFamily="34" charset="0"/>
                <a:cs typeface="Tahoma" panose="020B0604030504040204" pitchFamily="34" charset="0"/>
              </a:rPr>
              <a:t>Cross section versus time series</a:t>
            </a:r>
          </a:p>
          <a:p>
            <a:pPr marL="9525">
              <a:buClr>
                <a:srgbClr val="7A7392"/>
              </a:buClr>
              <a:defRPr/>
            </a:pPr>
            <a:endParaRPr lang="en-GB" sz="2400" dirty="0">
              <a:solidFill>
                <a:prstClr val="black"/>
              </a:solidFill>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dirty="0">
              <a:solidFill>
                <a:prstClr val="black"/>
              </a:solidFill>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85750" indent="-285750">
              <a:buFont typeface="Arial" panose="020B0604020202020204" pitchFamily="34" charset="0"/>
              <a:buChar char="•"/>
            </a:pPr>
            <a:endParaRPr lang="en-GB" sz="2400" dirty="0"/>
          </a:p>
        </p:txBody>
      </p:sp>
    </p:spTree>
    <p:extLst>
      <p:ext uri="{BB962C8B-B14F-4D97-AF65-F5344CB8AC3E}">
        <p14:creationId xmlns:p14="http://schemas.microsoft.com/office/powerpoint/2010/main" val="2884623810"/>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426B-A441-3A5E-8180-5BE022447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B7C48C-C56A-6447-6B9C-807BB7B444E8}"/>
              </a:ext>
            </a:extLst>
          </p:cNvPr>
          <p:cNvSpPr>
            <a:spLocks noGrp="1"/>
          </p:cNvSpPr>
          <p:nvPr>
            <p:ph type="title"/>
          </p:nvPr>
        </p:nvSpPr>
        <p:spPr/>
        <p:txBody>
          <a:bodyPr>
            <a:normAutofit fontScale="90000"/>
          </a:bodyPr>
          <a:lstStyle/>
          <a:p>
            <a:r>
              <a:rPr lang="en-US" dirty="0"/>
              <a:t>Introduction </a:t>
            </a:r>
            <a:br>
              <a:rPr lang="en-US" dirty="0"/>
            </a:br>
            <a:br>
              <a:rPr lang="en-GB" dirty="0"/>
            </a:br>
            <a:endParaRPr lang="en-GB" dirty="0"/>
          </a:p>
        </p:txBody>
      </p:sp>
      <p:sp>
        <p:nvSpPr>
          <p:cNvPr id="3" name="Text Placeholder 2">
            <a:extLst>
              <a:ext uri="{FF2B5EF4-FFF2-40B4-BE49-F238E27FC236}">
                <a16:creationId xmlns:a16="http://schemas.microsoft.com/office/drawing/2014/main" id="{5AEB033B-BA17-A349-74FA-C2EEC4D02ACA}"/>
              </a:ext>
            </a:extLst>
          </p:cNvPr>
          <p:cNvSpPr>
            <a:spLocks noGrp="1"/>
          </p:cNvSpPr>
          <p:nvPr>
            <p:ph type="body" sz="quarter" idx="11"/>
          </p:nvPr>
        </p:nvSpPr>
        <p:spPr>
          <a:xfrm>
            <a:off x="900112" y="1700213"/>
            <a:ext cx="7632327" cy="4465637"/>
          </a:xfrm>
        </p:spPr>
        <p:txBody>
          <a:bodyPr/>
          <a:lstStyle/>
          <a:p>
            <a:pPr marL="0" lvl="0" indent="0">
              <a:buNone/>
            </a:pPr>
            <a:r>
              <a:rPr lang="en-US" sz="2400" dirty="0"/>
              <a:t>The subject of statistics can be divided into two parts: </a:t>
            </a:r>
            <a:r>
              <a:rPr lang="en-US" sz="2400" dirty="0">
                <a:solidFill>
                  <a:srgbClr val="0000FF"/>
                </a:solidFill>
              </a:rPr>
              <a:t>descriptive statistics </a:t>
            </a:r>
            <a:r>
              <a:rPr lang="en-US" sz="2400" dirty="0"/>
              <a:t>and </a:t>
            </a:r>
            <a:r>
              <a:rPr lang="en-US" sz="2400" dirty="0">
                <a:solidFill>
                  <a:srgbClr val="0000FF"/>
                </a:solidFill>
              </a:rPr>
              <a:t>inferential statistics</a:t>
            </a:r>
            <a:r>
              <a:rPr lang="en-US" sz="2400" dirty="0"/>
              <a:t>. </a:t>
            </a:r>
          </a:p>
          <a:p>
            <a:pPr marL="0" lvl="0" indent="0">
              <a:buNone/>
            </a:pPr>
            <a:endParaRPr lang="en-US" sz="2400" dirty="0"/>
          </a:p>
          <a:p>
            <a:pPr marL="342900" lvl="0" indent="-342900">
              <a:buFont typeface="Arial" panose="020B0604020202020204" pitchFamily="34" charset="0"/>
              <a:buChar char="•"/>
            </a:pPr>
            <a:r>
              <a:rPr lang="en-US" sz="2400" dirty="0"/>
              <a:t>Descriptive statistics are used to </a:t>
            </a:r>
            <a:r>
              <a:rPr lang="en-US" sz="2400" dirty="0" err="1"/>
              <a:t>summarise</a:t>
            </a:r>
            <a:r>
              <a:rPr lang="en-US" sz="2400" dirty="0"/>
              <a:t> information which would otherwise be too complex to take in. </a:t>
            </a:r>
          </a:p>
          <a:p>
            <a:pPr marL="0" lvl="0" indent="0">
              <a:buNone/>
            </a:pPr>
            <a:endParaRPr lang="en-US" sz="2400" dirty="0"/>
          </a:p>
          <a:p>
            <a:pPr marL="342900" lvl="0" indent="-342900">
              <a:buFont typeface="Arial" panose="020B0604020202020204" pitchFamily="34" charset="0"/>
              <a:buChar char="•"/>
            </a:pPr>
            <a:r>
              <a:rPr lang="en-US" sz="2400" dirty="0"/>
              <a:t>Statistical inference concerns the relationship between a sample of data and the population from which it is drawn. What can be learned about the population from the sample?</a:t>
            </a:r>
          </a:p>
          <a:p>
            <a:pPr marL="0" lvl="0" indent="0">
              <a:buNone/>
            </a:pPr>
            <a:endParaRPr lang="en-US" sz="2400" dirty="0"/>
          </a:p>
          <a:p>
            <a:pPr marL="0" lvl="0" indent="0">
              <a:buNone/>
            </a:pPr>
            <a:endParaRPr lang="en-US" sz="2400" dirty="0"/>
          </a:p>
        </p:txBody>
      </p:sp>
    </p:spTree>
    <p:extLst>
      <p:ext uri="{BB962C8B-B14F-4D97-AF65-F5344CB8AC3E}">
        <p14:creationId xmlns:p14="http://schemas.microsoft.com/office/powerpoint/2010/main" val="3651346321"/>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26986-2A9A-934D-A3A1-F8A462C3B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B158C-2B89-AF6F-0D80-CBB2D1CD87AF}"/>
              </a:ext>
            </a:extLst>
          </p:cNvPr>
          <p:cNvSpPr>
            <a:spLocks noGrp="1"/>
          </p:cNvSpPr>
          <p:nvPr>
            <p:ph type="title"/>
          </p:nvPr>
        </p:nvSpPr>
        <p:spPr/>
        <p:txBody>
          <a:bodyPr>
            <a:normAutofit fontScale="90000"/>
          </a:bodyPr>
          <a:lstStyle/>
          <a:p>
            <a:r>
              <a:rPr lang="en-US" dirty="0"/>
              <a:t>Introduction </a:t>
            </a:r>
            <a:br>
              <a:rPr lang="en-US" dirty="0"/>
            </a:br>
            <a:br>
              <a:rPr lang="en-GB" dirty="0"/>
            </a:br>
            <a:endParaRPr lang="en-GB" dirty="0"/>
          </a:p>
        </p:txBody>
      </p:sp>
      <p:sp>
        <p:nvSpPr>
          <p:cNvPr id="3" name="Text Placeholder 2">
            <a:extLst>
              <a:ext uri="{FF2B5EF4-FFF2-40B4-BE49-F238E27FC236}">
                <a16:creationId xmlns:a16="http://schemas.microsoft.com/office/drawing/2014/main" id="{45F1B4D6-29E0-AD64-5524-17FD77BD33AA}"/>
              </a:ext>
            </a:extLst>
          </p:cNvPr>
          <p:cNvSpPr>
            <a:spLocks noGrp="1"/>
          </p:cNvSpPr>
          <p:nvPr>
            <p:ph type="body" sz="quarter" idx="11"/>
          </p:nvPr>
        </p:nvSpPr>
        <p:spPr>
          <a:xfrm>
            <a:off x="900112" y="1700213"/>
            <a:ext cx="7632327" cy="4465637"/>
          </a:xfrm>
        </p:spPr>
        <p:txBody>
          <a:bodyPr/>
          <a:lstStyle/>
          <a:p>
            <a:pPr marL="0" lvl="0" indent="0">
              <a:buNone/>
            </a:pPr>
            <a:r>
              <a:rPr lang="en-US" sz="2400" dirty="0"/>
              <a:t>Usually, we are interested in the population of data. But often we must make decisions based on a limited set of data. </a:t>
            </a:r>
          </a:p>
          <a:p>
            <a:pPr marL="0" lvl="0" indent="0">
              <a:buNone/>
            </a:pPr>
            <a:endParaRPr lang="en-US" sz="2400" dirty="0"/>
          </a:p>
          <a:p>
            <a:pPr marL="342900" lvl="0" indent="-342900">
              <a:buFont typeface="Arial" panose="020B0604020202020204" pitchFamily="34" charset="0"/>
              <a:buChar char="•"/>
            </a:pPr>
            <a:r>
              <a:rPr lang="en-US" sz="2400" dirty="0">
                <a:solidFill>
                  <a:srgbClr val="0000FF"/>
                </a:solidFill>
              </a:rPr>
              <a:t>Population</a:t>
            </a:r>
            <a:r>
              <a:rPr lang="en-US" sz="2400" dirty="0"/>
              <a:t>: The entire set of individuals or objects of interest. </a:t>
            </a:r>
          </a:p>
          <a:p>
            <a:pPr marL="0" lvl="0" indent="0">
              <a:buNone/>
            </a:pPr>
            <a:r>
              <a:rPr lang="en-US" sz="2400" dirty="0"/>
              <a:t>Example: All UWE students.</a:t>
            </a:r>
          </a:p>
          <a:p>
            <a:pPr marL="0" lvl="0" indent="0">
              <a:buNone/>
            </a:pPr>
            <a:endParaRPr lang="en-US" sz="2400" dirty="0"/>
          </a:p>
          <a:p>
            <a:pPr marL="342900" lvl="0" indent="-342900">
              <a:buFont typeface="Arial" panose="020B0604020202020204" pitchFamily="34" charset="0"/>
              <a:buChar char="•"/>
            </a:pPr>
            <a:r>
              <a:rPr lang="en-US" sz="2400" dirty="0">
                <a:solidFill>
                  <a:srgbClr val="0000FF"/>
                </a:solidFill>
              </a:rPr>
              <a:t>Sample</a:t>
            </a:r>
            <a:r>
              <a:rPr lang="en-US" sz="2400" dirty="0"/>
              <a:t>: A portion, or part, of the population of interest.</a:t>
            </a:r>
          </a:p>
          <a:p>
            <a:pPr marL="0" lvl="0" indent="0">
              <a:buNone/>
            </a:pPr>
            <a:r>
              <a:rPr lang="en-US" sz="2400" dirty="0"/>
              <a:t>Example: 50 UWE students randomly selected on campus. </a:t>
            </a:r>
          </a:p>
          <a:p>
            <a:pPr marL="0" lvl="0" indent="0">
              <a:buNone/>
            </a:pPr>
            <a:endParaRPr lang="en-US" sz="2400" dirty="0"/>
          </a:p>
        </p:txBody>
      </p:sp>
    </p:spTree>
    <p:extLst>
      <p:ext uri="{BB962C8B-B14F-4D97-AF65-F5344CB8AC3E}">
        <p14:creationId xmlns:p14="http://schemas.microsoft.com/office/powerpoint/2010/main" val="50165931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5C28-D7C5-EAFB-F367-55CB0DEB3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31029-1661-2349-980F-BA76CC7C996B}"/>
              </a:ext>
            </a:extLst>
          </p:cNvPr>
          <p:cNvSpPr>
            <a:spLocks noGrp="1"/>
          </p:cNvSpPr>
          <p:nvPr>
            <p:ph type="title"/>
          </p:nvPr>
        </p:nvSpPr>
        <p:spPr/>
        <p:txBody>
          <a:bodyPr>
            <a:normAutofit fontScale="90000"/>
          </a:bodyPr>
          <a:lstStyle/>
          <a:p>
            <a:r>
              <a:rPr lang="en-US" dirty="0"/>
              <a:t>Data sources </a:t>
            </a:r>
            <a:br>
              <a:rPr lang="en-US" dirty="0"/>
            </a:br>
            <a:br>
              <a:rPr lang="en-GB" dirty="0"/>
            </a:br>
            <a:endParaRPr lang="en-GB" dirty="0"/>
          </a:p>
        </p:txBody>
      </p:sp>
      <p:sp>
        <p:nvSpPr>
          <p:cNvPr id="3" name="Text Placeholder 2">
            <a:extLst>
              <a:ext uri="{FF2B5EF4-FFF2-40B4-BE49-F238E27FC236}">
                <a16:creationId xmlns:a16="http://schemas.microsoft.com/office/drawing/2014/main" id="{44AA09EF-F33F-0CFF-1239-98E3110095D9}"/>
              </a:ext>
            </a:extLst>
          </p:cNvPr>
          <p:cNvSpPr>
            <a:spLocks noGrp="1"/>
          </p:cNvSpPr>
          <p:nvPr>
            <p:ph type="body" sz="quarter" idx="11"/>
          </p:nvPr>
        </p:nvSpPr>
        <p:spPr>
          <a:xfrm>
            <a:off x="900112" y="1700213"/>
            <a:ext cx="7632327" cy="4465637"/>
          </a:xfrm>
        </p:spPr>
        <p:txBody>
          <a:bodyPr/>
          <a:lstStyle/>
          <a:p>
            <a:pPr marL="0" lvl="0" indent="0">
              <a:buNone/>
            </a:pPr>
            <a:r>
              <a:rPr lang="en-US" sz="2400" dirty="0"/>
              <a:t>Where do we get data from?</a:t>
            </a:r>
          </a:p>
          <a:p>
            <a:pPr marL="0" lvl="0" indent="0">
              <a:buNone/>
            </a:pPr>
            <a:endParaRPr lang="en-US" sz="2400" dirty="0"/>
          </a:p>
          <a:p>
            <a:pPr marL="342900" lvl="0" indent="-342900">
              <a:buFont typeface="Arial" panose="020B0604020202020204" pitchFamily="34" charset="0"/>
              <a:buChar char="•"/>
            </a:pPr>
            <a:r>
              <a:rPr lang="en-US" sz="2400" dirty="0">
                <a:solidFill>
                  <a:srgbClr val="0000FF"/>
                </a:solidFill>
              </a:rPr>
              <a:t>Primary data</a:t>
            </a:r>
            <a:r>
              <a:rPr lang="en-US" sz="2400" dirty="0"/>
              <a:t>: New data we collect ourselves to do a particular study.</a:t>
            </a:r>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endParaRPr lang="en-US" sz="2400" dirty="0"/>
          </a:p>
          <a:p>
            <a:pPr marL="342900" lvl="0" indent="-342900">
              <a:buFont typeface="Arial" panose="020B0604020202020204" pitchFamily="34" charset="0"/>
              <a:buChar char="•"/>
            </a:pPr>
            <a:r>
              <a:rPr lang="en-US" sz="2400" dirty="0">
                <a:solidFill>
                  <a:srgbClr val="0000FF"/>
                </a:solidFill>
              </a:rPr>
              <a:t>Secondary data</a:t>
            </a:r>
            <a:r>
              <a:rPr lang="en-US" sz="2400" dirty="0"/>
              <a:t>: Data we download from a data provider (</a:t>
            </a:r>
            <a:r>
              <a:rPr lang="en-US" sz="2400" dirty="0">
                <a:hlinkClick r:id="rId2"/>
              </a:rPr>
              <a:t>Bloomberg</a:t>
            </a:r>
            <a:r>
              <a:rPr lang="en-US" sz="2400" dirty="0"/>
              <a:t>, </a:t>
            </a:r>
            <a:r>
              <a:rPr lang="en-US" sz="2400" dirty="0">
                <a:hlinkClick r:id="rId3"/>
              </a:rPr>
              <a:t>Office for National Statistics (ONS) </a:t>
            </a:r>
            <a:r>
              <a:rPr lang="en-US" sz="2400" dirty="0"/>
              <a:t>, </a:t>
            </a:r>
            <a:r>
              <a:rPr lang="en-US" sz="2400" dirty="0">
                <a:hlinkClick r:id="rId4"/>
              </a:rPr>
              <a:t>Federal Reserve Economic Data (FRED)</a:t>
            </a:r>
            <a:r>
              <a:rPr lang="en-US" sz="2400" dirty="0"/>
              <a:t> , </a:t>
            </a:r>
            <a:r>
              <a:rPr lang="en-US" sz="2400" dirty="0">
                <a:hlinkClick r:id="rId5"/>
              </a:rPr>
              <a:t>UK Data Service</a:t>
            </a:r>
            <a:r>
              <a:rPr lang="en-US" sz="2400" dirty="0"/>
              <a:t>, </a:t>
            </a:r>
            <a:r>
              <a:rPr lang="en-US" sz="2400" dirty="0">
                <a:hlinkClick r:id="rId6"/>
              </a:rPr>
              <a:t>Yahoo Finance</a:t>
            </a:r>
            <a:r>
              <a:rPr lang="en-US" sz="2400" dirty="0"/>
              <a:t>).</a:t>
            </a:r>
          </a:p>
        </p:txBody>
      </p:sp>
    </p:spTree>
    <p:extLst>
      <p:ext uri="{BB962C8B-B14F-4D97-AF65-F5344CB8AC3E}">
        <p14:creationId xmlns:p14="http://schemas.microsoft.com/office/powerpoint/2010/main" val="1900873510"/>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0D988-50C9-9B71-F2F4-849303B97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02AA8-5BEB-6B2A-9E59-A5AF0512B4AC}"/>
              </a:ext>
            </a:extLst>
          </p:cNvPr>
          <p:cNvSpPr>
            <a:spLocks noGrp="1"/>
          </p:cNvSpPr>
          <p:nvPr>
            <p:ph type="title"/>
          </p:nvPr>
        </p:nvSpPr>
        <p:spPr/>
        <p:txBody>
          <a:bodyPr>
            <a:normAutofit fontScale="90000"/>
          </a:bodyPr>
          <a:lstStyle/>
          <a:p>
            <a:r>
              <a:rPr lang="en-US" dirty="0"/>
              <a:t>Stages in primary data collection </a:t>
            </a:r>
            <a:br>
              <a:rPr lang="en-US" dirty="0"/>
            </a:br>
            <a:br>
              <a:rPr lang="en-GB" dirty="0"/>
            </a:br>
            <a:endParaRPr lang="en-GB" dirty="0"/>
          </a:p>
        </p:txBody>
      </p:sp>
      <p:sp>
        <p:nvSpPr>
          <p:cNvPr id="3" name="Text Placeholder 2">
            <a:extLst>
              <a:ext uri="{FF2B5EF4-FFF2-40B4-BE49-F238E27FC236}">
                <a16:creationId xmlns:a16="http://schemas.microsoft.com/office/drawing/2014/main" id="{3E54FFC3-BF93-16EF-D52E-580503B5DE31}"/>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US" sz="2400" dirty="0"/>
              <a:t>Purpose of the exercise</a:t>
            </a:r>
          </a:p>
          <a:p>
            <a:pPr marL="0" lvl="0" indent="0">
              <a:buNone/>
            </a:pPr>
            <a:r>
              <a:rPr lang="en-US" sz="2400" dirty="0"/>
              <a:t>What is the theory you are trying to test?</a:t>
            </a:r>
          </a:p>
          <a:p>
            <a:pPr marL="0" lvl="0" indent="0">
              <a:buNone/>
            </a:pPr>
            <a:endParaRPr lang="en-US" sz="2400" dirty="0"/>
          </a:p>
          <a:p>
            <a:pPr marL="342900" lvl="0" indent="-342900">
              <a:buFont typeface="Arial" panose="020B0604020202020204" pitchFamily="34" charset="0"/>
              <a:buChar char="•"/>
            </a:pPr>
            <a:r>
              <a:rPr lang="en-US" sz="2400" dirty="0"/>
              <a:t>Information to be collected</a:t>
            </a:r>
          </a:p>
          <a:p>
            <a:pPr marL="0" lvl="0" indent="0">
              <a:buNone/>
            </a:pPr>
            <a:r>
              <a:rPr lang="en-US" sz="2400" dirty="0"/>
              <a:t>Need to balance cost and the amount of information needed.</a:t>
            </a:r>
          </a:p>
          <a:p>
            <a:pPr marL="0" lvl="0" indent="0">
              <a:buNone/>
            </a:pPr>
            <a:endParaRPr lang="en-US" sz="2400" dirty="0"/>
          </a:p>
          <a:p>
            <a:pPr marL="342900" lvl="0" indent="-342900">
              <a:buFont typeface="Arial" panose="020B0604020202020204" pitchFamily="34" charset="0"/>
              <a:buChar char="•"/>
            </a:pPr>
            <a:r>
              <a:rPr lang="en-US" sz="2400" dirty="0"/>
              <a:t>Method of data collection</a:t>
            </a:r>
          </a:p>
          <a:p>
            <a:pPr marL="0" lvl="0" indent="0">
              <a:buNone/>
            </a:pPr>
            <a:r>
              <a:rPr lang="en-US" sz="2400" dirty="0"/>
              <a:t>Should you use a questionnaire?</a:t>
            </a:r>
          </a:p>
          <a:p>
            <a:pPr marL="0" lvl="0" indent="0">
              <a:buNone/>
            </a:pPr>
            <a:endParaRPr lang="en-US" sz="2400" dirty="0"/>
          </a:p>
          <a:p>
            <a:pPr marL="342900" lvl="0" indent="-342900">
              <a:buFont typeface="Arial" panose="020B0604020202020204" pitchFamily="34" charset="0"/>
              <a:buChar char="•"/>
            </a:pPr>
            <a:r>
              <a:rPr lang="en-US" sz="2400" dirty="0"/>
              <a:t>Sampling Method</a:t>
            </a:r>
          </a:p>
          <a:p>
            <a:pPr marL="0" lvl="0" indent="0">
              <a:buNone/>
            </a:pPr>
            <a:r>
              <a:rPr lang="en-US" sz="2400" dirty="0"/>
              <a:t>Random, convenience?</a:t>
            </a:r>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719714842"/>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689E7-9C2C-BF3C-CAC8-76B64C4D01F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DDEC524-70A3-EA1B-AD31-39E414D8A2BF}"/>
              </a:ext>
            </a:extLst>
          </p:cNvPr>
          <p:cNvSpPr>
            <a:spLocks noGrp="1"/>
          </p:cNvSpPr>
          <p:nvPr>
            <p:ph type="body" sz="quarter" idx="11"/>
          </p:nvPr>
        </p:nvSpPr>
        <p:spPr>
          <a:xfrm>
            <a:off x="900112" y="548681"/>
            <a:ext cx="7632327" cy="5976664"/>
          </a:xfrm>
        </p:spPr>
        <p:txBody>
          <a:bodyPr/>
          <a:lstStyle/>
          <a:p>
            <a:pPr marL="342900" lvl="0" indent="-342900">
              <a:buFont typeface="Arial" panose="020B0604020202020204" pitchFamily="34" charset="0"/>
              <a:buChar char="•"/>
            </a:pPr>
            <a:r>
              <a:rPr lang="en-US" sz="2400" dirty="0"/>
              <a:t>Pilot Survey</a:t>
            </a:r>
          </a:p>
          <a:p>
            <a:pPr marL="0" lvl="0" indent="0">
              <a:buNone/>
            </a:pPr>
            <a:r>
              <a:rPr lang="en-US" sz="2400" dirty="0"/>
              <a:t>Essential (</a:t>
            </a:r>
            <a:r>
              <a:rPr lang="en-US" sz="2400" dirty="0" err="1"/>
              <a:t>eg</a:t>
            </a:r>
            <a:r>
              <a:rPr lang="en-US" sz="2400" dirty="0"/>
              <a:t> 50 people). You may discover unforeseen problems in data requested, questionnaire design, sample.</a:t>
            </a:r>
          </a:p>
          <a:p>
            <a:pPr marL="0" lvl="0" indent="0">
              <a:buNone/>
            </a:pPr>
            <a:endParaRPr lang="en-US" sz="2400" dirty="0"/>
          </a:p>
          <a:p>
            <a:pPr marL="342900" lvl="0" indent="-342900">
              <a:buFont typeface="Arial" panose="020B0604020202020204" pitchFamily="34" charset="0"/>
              <a:buChar char="•"/>
            </a:pPr>
            <a:r>
              <a:rPr lang="en-US" sz="2400" dirty="0"/>
              <a:t>Main Survey</a:t>
            </a:r>
          </a:p>
          <a:p>
            <a:pPr marL="0" lvl="0" indent="0">
              <a:buNone/>
            </a:pPr>
            <a:r>
              <a:rPr lang="en-US" sz="2400" dirty="0"/>
              <a:t>Carry this out</a:t>
            </a:r>
          </a:p>
          <a:p>
            <a:pPr marL="0" lvl="0" indent="0">
              <a:buNone/>
            </a:pPr>
            <a:endParaRPr lang="en-US" sz="2400" dirty="0"/>
          </a:p>
          <a:p>
            <a:pPr marL="342900" lvl="0" indent="-342900">
              <a:buFont typeface="Arial" panose="020B0604020202020204" pitchFamily="34" charset="0"/>
              <a:buChar char="•"/>
            </a:pPr>
            <a:r>
              <a:rPr lang="en-US" sz="2400" dirty="0"/>
              <a:t>Validation</a:t>
            </a:r>
          </a:p>
          <a:p>
            <a:pPr marL="0" lvl="0" indent="0">
              <a:buNone/>
            </a:pPr>
            <a:r>
              <a:rPr lang="en-US" sz="2400" dirty="0"/>
              <a:t>Checking of sensible answers, and expectations. Build in computer checks, screen data for errors. </a:t>
            </a:r>
          </a:p>
          <a:p>
            <a:pPr marL="0" lvl="0" indent="0">
              <a:buNone/>
            </a:pPr>
            <a:endParaRPr lang="en-US" sz="2400" dirty="0"/>
          </a:p>
          <a:p>
            <a:pPr marL="342900" lvl="0" indent="-342900">
              <a:buFont typeface="Arial" panose="020B0604020202020204" pitchFamily="34" charset="0"/>
              <a:buChar char="•"/>
            </a:pPr>
            <a:r>
              <a:rPr lang="en-US" sz="2400" dirty="0"/>
              <a:t>Analysis</a:t>
            </a:r>
          </a:p>
          <a:p>
            <a:pPr marL="0" lvl="0" indent="0">
              <a:buNone/>
            </a:pPr>
            <a:r>
              <a:rPr lang="en-US" sz="2400" dirty="0"/>
              <a:t>Data is </a:t>
            </a:r>
            <a:r>
              <a:rPr lang="en-US" sz="2400" dirty="0" err="1"/>
              <a:t>analysed</a:t>
            </a:r>
            <a:r>
              <a:rPr lang="en-US" sz="2400" dirty="0"/>
              <a:t> and conclusions drawn. </a:t>
            </a:r>
          </a:p>
          <a:p>
            <a:pPr marL="0" lvl="0" indent="0">
              <a:buNone/>
            </a:pPr>
            <a:endParaRPr lang="en-US" sz="2400" dirty="0"/>
          </a:p>
        </p:txBody>
      </p:sp>
    </p:spTree>
    <p:extLst>
      <p:ext uri="{BB962C8B-B14F-4D97-AF65-F5344CB8AC3E}">
        <p14:creationId xmlns:p14="http://schemas.microsoft.com/office/powerpoint/2010/main" val="2756305870"/>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1EA71-B73C-C4FC-5DFE-B75B32114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404AC-F2C2-1878-3883-CC2CFE8F525B}"/>
              </a:ext>
            </a:extLst>
          </p:cNvPr>
          <p:cNvSpPr>
            <a:spLocks noGrp="1"/>
          </p:cNvSpPr>
          <p:nvPr>
            <p:ph type="title"/>
          </p:nvPr>
        </p:nvSpPr>
        <p:spPr/>
        <p:txBody>
          <a:bodyPr>
            <a:normAutofit fontScale="90000"/>
          </a:bodyPr>
          <a:lstStyle/>
          <a:p>
            <a:r>
              <a:rPr lang="en-US" dirty="0"/>
              <a:t>Methods of primary data collection </a:t>
            </a:r>
            <a:br>
              <a:rPr lang="en-US" dirty="0"/>
            </a:br>
            <a:br>
              <a:rPr lang="en-GB" dirty="0"/>
            </a:br>
            <a:endParaRPr lang="en-GB" dirty="0"/>
          </a:p>
        </p:txBody>
      </p:sp>
      <p:sp>
        <p:nvSpPr>
          <p:cNvPr id="3" name="Text Placeholder 2">
            <a:extLst>
              <a:ext uri="{FF2B5EF4-FFF2-40B4-BE49-F238E27FC236}">
                <a16:creationId xmlns:a16="http://schemas.microsoft.com/office/drawing/2014/main" id="{F2F561EB-B677-E785-D9DD-EBB17B70C777}"/>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US" sz="2400" dirty="0"/>
              <a:t>Personal interview</a:t>
            </a:r>
          </a:p>
          <a:p>
            <a:pPr marL="0" indent="0">
              <a:buNone/>
            </a:pPr>
            <a:r>
              <a:rPr lang="en-US" sz="2400" dirty="0"/>
              <a:t>Accurate, but skill of interviewer is important. Bias may occur in how the question is asked. Expensive. (Telephone interviews can be slightly cheaper.)</a:t>
            </a:r>
          </a:p>
          <a:p>
            <a:pPr marL="0" lvl="0" indent="0">
              <a:buNone/>
            </a:pPr>
            <a:endParaRPr lang="en-US" sz="2400" dirty="0"/>
          </a:p>
          <a:p>
            <a:pPr marL="342900" lvl="0" indent="-342900">
              <a:buFont typeface="Arial" panose="020B0604020202020204" pitchFamily="34" charset="0"/>
              <a:buChar char="•"/>
            </a:pPr>
            <a:r>
              <a:rPr lang="en-US" sz="2400" dirty="0"/>
              <a:t>Postal or email questionnaire</a:t>
            </a:r>
          </a:p>
          <a:p>
            <a:pPr marL="0" lvl="0" indent="0">
              <a:buNone/>
            </a:pPr>
            <a:r>
              <a:rPr lang="en-US" sz="2400" dirty="0"/>
              <a:t>Cheaper, but skill is needed in design. Response rate low. Bias in self-selection of returns.</a:t>
            </a:r>
          </a:p>
          <a:p>
            <a:pPr marL="0" lvl="0" indent="0">
              <a:buNone/>
            </a:pPr>
            <a:endParaRPr lang="en-US" sz="2400" dirty="0"/>
          </a:p>
          <a:p>
            <a:pPr marL="342900" lvl="0" indent="-342900">
              <a:buFont typeface="Arial" panose="020B0604020202020204" pitchFamily="34" charset="0"/>
              <a:buChar char="•"/>
            </a:pPr>
            <a:r>
              <a:rPr lang="en-US" sz="2400" dirty="0"/>
              <a:t>Direct observation</a:t>
            </a:r>
          </a:p>
          <a:p>
            <a:pPr marL="0" lvl="0" indent="0">
              <a:buNone/>
            </a:pPr>
            <a:r>
              <a:rPr lang="en-US" sz="2400" dirty="0" err="1"/>
              <a:t>eg</a:t>
            </a:r>
            <a:r>
              <a:rPr lang="en-US" sz="2400" dirty="0"/>
              <a:t> Quality control. Counting people. Traffic surveys.</a:t>
            </a:r>
          </a:p>
        </p:txBody>
      </p:sp>
    </p:spTree>
    <p:extLst>
      <p:ext uri="{BB962C8B-B14F-4D97-AF65-F5344CB8AC3E}">
        <p14:creationId xmlns:p14="http://schemas.microsoft.com/office/powerpoint/2010/main" val="1377623855"/>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BDCE8-187F-E706-9777-FAE4DE402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2B4F6-41D0-F6C6-3577-F3D457F11454}"/>
              </a:ext>
            </a:extLst>
          </p:cNvPr>
          <p:cNvSpPr>
            <a:spLocks noGrp="1"/>
          </p:cNvSpPr>
          <p:nvPr>
            <p:ph type="title"/>
          </p:nvPr>
        </p:nvSpPr>
        <p:spPr/>
        <p:txBody>
          <a:bodyPr>
            <a:normAutofit fontScale="90000"/>
          </a:bodyPr>
          <a:lstStyle/>
          <a:p>
            <a:r>
              <a:rPr lang="en-US" dirty="0"/>
              <a:t>Methods of sampling</a:t>
            </a:r>
            <a:br>
              <a:rPr lang="en-US" dirty="0"/>
            </a:br>
            <a:br>
              <a:rPr lang="en-GB" dirty="0"/>
            </a:br>
            <a:endParaRPr lang="en-GB" dirty="0"/>
          </a:p>
        </p:txBody>
      </p:sp>
      <p:sp>
        <p:nvSpPr>
          <p:cNvPr id="3" name="Text Placeholder 2">
            <a:extLst>
              <a:ext uri="{FF2B5EF4-FFF2-40B4-BE49-F238E27FC236}">
                <a16:creationId xmlns:a16="http://schemas.microsoft.com/office/drawing/2014/main" id="{D8C5D437-C6C8-84E3-7A61-37844C4E5966}"/>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US" sz="2400" b="1" dirty="0"/>
              <a:t>Simple random sampling</a:t>
            </a:r>
            <a:r>
              <a:rPr lang="en-US" sz="2400" dirty="0"/>
              <a:t>: Each item/person has an equal chance of being selected.</a:t>
            </a:r>
          </a:p>
          <a:p>
            <a:pPr marL="342900" lvl="0" indent="-342900">
              <a:buFont typeface="Arial" panose="020B0604020202020204" pitchFamily="34" charset="0"/>
              <a:buChar char="•"/>
            </a:pPr>
            <a:r>
              <a:rPr lang="en-US" sz="2400" b="1" dirty="0"/>
              <a:t>Stratified random sampling</a:t>
            </a:r>
            <a:r>
              <a:rPr lang="en-US" sz="2400" dirty="0"/>
              <a:t>: </a:t>
            </a:r>
            <a:r>
              <a:rPr lang="en-GB" sz="2400" dirty="0"/>
              <a:t>Population subdivided into strata or groups. Use a random sample for each group so that you have proportional representation.</a:t>
            </a:r>
          </a:p>
          <a:p>
            <a:pPr marL="342900" lvl="0" indent="-342900">
              <a:buFont typeface="Arial" panose="020B0604020202020204" pitchFamily="34" charset="0"/>
              <a:buChar char="•"/>
            </a:pPr>
            <a:r>
              <a:rPr lang="en-GB" sz="2400" b="1" dirty="0"/>
              <a:t>Cluster sampling</a:t>
            </a:r>
            <a:r>
              <a:rPr lang="en-GB" sz="2400" dirty="0"/>
              <a:t>: Use if large geographical area. Could use a map and select a random sample of areas. Sample all or a lower sample fraction in those areas.</a:t>
            </a:r>
          </a:p>
          <a:p>
            <a:pPr marL="342900" lvl="0" indent="-342900">
              <a:buFont typeface="Arial" panose="020B0604020202020204" pitchFamily="34" charset="0"/>
              <a:buChar char="•"/>
            </a:pPr>
            <a:r>
              <a:rPr lang="en-GB" sz="2400" b="1" dirty="0"/>
              <a:t>Convenience sampling</a:t>
            </a:r>
            <a:r>
              <a:rPr lang="en-GB" sz="2400" dirty="0"/>
              <a:t>: Contact people you know.</a:t>
            </a:r>
          </a:p>
          <a:p>
            <a:pPr marL="0" lvl="0" indent="0">
              <a:buNone/>
            </a:pPr>
            <a:endParaRPr lang="en-GB" sz="2400" dirty="0"/>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4054621891"/>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A7510-1F7C-C340-1C00-463757ACA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453E3-CEE5-9B65-9495-1F2FEDFB046E}"/>
              </a:ext>
            </a:extLst>
          </p:cNvPr>
          <p:cNvSpPr>
            <a:spLocks noGrp="1"/>
          </p:cNvSpPr>
          <p:nvPr>
            <p:ph type="title"/>
          </p:nvPr>
        </p:nvSpPr>
        <p:spPr/>
        <p:txBody>
          <a:bodyPr>
            <a:normAutofit fontScale="90000"/>
          </a:bodyPr>
          <a:lstStyle/>
          <a:p>
            <a:r>
              <a:rPr lang="en-US" dirty="0"/>
              <a:t>Types of data</a:t>
            </a:r>
            <a:br>
              <a:rPr lang="en-US" dirty="0"/>
            </a:br>
            <a:br>
              <a:rPr lang="en-GB" dirty="0"/>
            </a:br>
            <a:endParaRPr lang="en-GB" dirty="0"/>
          </a:p>
        </p:txBody>
      </p:sp>
      <p:sp>
        <p:nvSpPr>
          <p:cNvPr id="3" name="Text Placeholder 2">
            <a:extLst>
              <a:ext uri="{FF2B5EF4-FFF2-40B4-BE49-F238E27FC236}">
                <a16:creationId xmlns:a16="http://schemas.microsoft.com/office/drawing/2014/main" id="{2677ACF2-5A47-AA35-899A-2C54B3ACBFBC}"/>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US" sz="2400" b="1" dirty="0"/>
              <a:t>Quantitative: </a:t>
            </a:r>
            <a:r>
              <a:rPr lang="en-GB" sz="2400" dirty="0"/>
              <a:t>result of counting or measuring and represented by numbers (e.g. number of students on a course or the salaries of employees)</a:t>
            </a:r>
          </a:p>
          <a:p>
            <a:pPr marL="0" lvl="0" indent="0">
              <a:buNone/>
            </a:pPr>
            <a:endParaRPr lang="en-US" sz="2400" b="1" dirty="0"/>
          </a:p>
          <a:p>
            <a:pPr marL="0" lvl="0" indent="0">
              <a:buNone/>
            </a:pPr>
            <a:endParaRPr lang="en-US" sz="2400" b="1" dirty="0"/>
          </a:p>
          <a:p>
            <a:pPr marL="342900" lvl="0" indent="-342900">
              <a:buFont typeface="Arial" panose="020B0604020202020204" pitchFamily="34" charset="0"/>
              <a:buChar char="•"/>
            </a:pPr>
            <a:r>
              <a:rPr lang="en-US" sz="2400" b="1" dirty="0"/>
              <a:t>Qualitative: </a:t>
            </a:r>
            <a:r>
              <a:rPr lang="en-US" sz="2400" dirty="0"/>
              <a:t>object or individual is observed and recorded as a nonnumeric characteristic </a:t>
            </a:r>
            <a:r>
              <a:rPr lang="en-GB" sz="2400" dirty="0"/>
              <a:t>(e.g. job titles of employees or hair colour)</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964645156"/>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6C847-A312-5A4E-EDA2-FD2142D3E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CE240-6284-B8C5-7A34-1E1B3437BC15}"/>
              </a:ext>
            </a:extLst>
          </p:cNvPr>
          <p:cNvSpPr>
            <a:spLocks noGrp="1"/>
          </p:cNvSpPr>
          <p:nvPr>
            <p:ph type="title"/>
          </p:nvPr>
        </p:nvSpPr>
        <p:spPr/>
        <p:txBody>
          <a:bodyPr>
            <a:normAutofit fontScale="90000"/>
          </a:bodyPr>
          <a:lstStyle/>
          <a:p>
            <a:r>
              <a:rPr lang="en-US" dirty="0"/>
              <a:t>Levels of measurement</a:t>
            </a:r>
            <a:br>
              <a:rPr lang="en-US" dirty="0"/>
            </a:br>
            <a:br>
              <a:rPr lang="en-GB" dirty="0"/>
            </a:br>
            <a:endParaRPr lang="en-GB" dirty="0"/>
          </a:p>
        </p:txBody>
      </p:sp>
      <p:sp>
        <p:nvSpPr>
          <p:cNvPr id="3" name="Text Placeholder 2">
            <a:extLst>
              <a:ext uri="{FF2B5EF4-FFF2-40B4-BE49-F238E27FC236}">
                <a16:creationId xmlns:a16="http://schemas.microsoft.com/office/drawing/2014/main" id="{41D80CBC-2BCA-44F2-50BE-43476C8BB725}"/>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GB" sz="2400" b="1" dirty="0"/>
              <a:t>Nominal</a:t>
            </a:r>
            <a:r>
              <a:rPr lang="en-GB" sz="2400" dirty="0"/>
              <a:t> (categorical) data are qualitative and consist of names or responses that may be labelled with letters or numbers. We cannot rank nominal data (e.g. one is bigger or better than another) or make statements about differences (e.g. how much one is bigger or better). This is the weakest form of measurement.</a:t>
            </a:r>
          </a:p>
          <a:p>
            <a:pPr marL="0" lvl="0" indent="0">
              <a:buNone/>
            </a:pPr>
            <a:endParaRPr lang="en-GB" sz="2400" b="1" dirty="0"/>
          </a:p>
          <a:p>
            <a:pPr marL="0" lvl="0" indent="0">
              <a:buNone/>
            </a:pPr>
            <a:r>
              <a:rPr lang="en-GB" sz="2400" dirty="0"/>
              <a:t>Questionnaire:</a:t>
            </a:r>
          </a:p>
          <a:p>
            <a:pPr marL="0" lvl="0" indent="0">
              <a:buNone/>
            </a:pPr>
            <a:r>
              <a:rPr lang="en-GB" sz="2400" dirty="0"/>
              <a:t>Have you a valid driving licence?</a:t>
            </a:r>
          </a:p>
          <a:p>
            <a:pPr marL="0" lvl="0" indent="0">
              <a:buNone/>
            </a:pPr>
            <a:r>
              <a:rPr lang="en-GB" sz="2400" dirty="0"/>
              <a:t>Which party did you vote for at the last election?</a:t>
            </a:r>
          </a:p>
          <a:p>
            <a:pPr marL="0" lvl="0" indent="0">
              <a:buNone/>
            </a:pPr>
            <a:r>
              <a:rPr lang="en-GB" sz="2400" dirty="0"/>
              <a:t>Which is your favourite restaurant?</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93698082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71B67-5B4E-01D8-93E7-ACF7D2426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3E8B2-000E-9CD6-E5FE-FD7FA54F1B64}"/>
              </a:ext>
            </a:extLst>
          </p:cNvPr>
          <p:cNvSpPr>
            <a:spLocks noGrp="1"/>
          </p:cNvSpPr>
          <p:nvPr>
            <p:ph type="title"/>
          </p:nvPr>
        </p:nvSpPr>
        <p:spPr/>
        <p:txBody>
          <a:bodyPr>
            <a:normAutofit fontScale="90000"/>
          </a:bodyPr>
          <a:lstStyle/>
          <a:p>
            <a:r>
              <a:rPr lang="en-US" dirty="0"/>
              <a:t>Levels of measurement</a:t>
            </a:r>
            <a:br>
              <a:rPr lang="en-US" dirty="0"/>
            </a:br>
            <a:br>
              <a:rPr lang="en-GB" dirty="0"/>
            </a:br>
            <a:endParaRPr lang="en-GB" dirty="0"/>
          </a:p>
        </p:txBody>
      </p:sp>
      <p:sp>
        <p:nvSpPr>
          <p:cNvPr id="3" name="Text Placeholder 2">
            <a:extLst>
              <a:ext uri="{FF2B5EF4-FFF2-40B4-BE49-F238E27FC236}">
                <a16:creationId xmlns:a16="http://schemas.microsoft.com/office/drawing/2014/main" id="{0C8E4879-5D31-0167-8204-EC68D79D9512}"/>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GB" sz="2400" b="1" dirty="0"/>
              <a:t>Ordinal </a:t>
            </a:r>
            <a:r>
              <a:rPr lang="en-GB" sz="2400" dirty="0"/>
              <a:t>data is qualitative. Responses may be given letters or numbers so that we can rank them in order but does not allow us to comment on differences (e.g. how much better one is).</a:t>
            </a:r>
          </a:p>
          <a:p>
            <a:pPr marL="0" lvl="0" indent="0">
              <a:buNone/>
            </a:pPr>
            <a:endParaRPr lang="en-GB" sz="2400" b="1" dirty="0"/>
          </a:p>
          <a:p>
            <a:pPr marL="0" lvl="0" indent="0">
              <a:buNone/>
            </a:pPr>
            <a:r>
              <a:rPr lang="en-GB" sz="2400" dirty="0"/>
              <a:t>Questionnaire:</a:t>
            </a:r>
          </a:p>
          <a:p>
            <a:pPr marL="0" lvl="0" indent="0">
              <a:buNone/>
            </a:pPr>
            <a:r>
              <a:rPr lang="en-GB" sz="2400" dirty="0"/>
              <a:t>How satisfied are you with your job?</a:t>
            </a:r>
          </a:p>
          <a:p>
            <a:pPr marL="0" lvl="0" indent="0">
              <a:buNone/>
            </a:pPr>
            <a:r>
              <a:rPr lang="en-GB" dirty="0"/>
              <a:t>Very satisfied   Fairly satisfied   Neutral  Fairly unsatisfied  Very unsatisfied</a:t>
            </a:r>
          </a:p>
          <a:p>
            <a:pPr marL="0" lvl="0" indent="0">
              <a:buNone/>
            </a:pPr>
            <a:r>
              <a:rPr lang="en-GB" sz="2400" dirty="0"/>
              <a:t>Or</a:t>
            </a:r>
          </a:p>
          <a:p>
            <a:pPr marL="0" lvl="0" indent="0">
              <a:buNone/>
            </a:pPr>
            <a:r>
              <a:rPr lang="en-GB" sz="2400" dirty="0"/>
              <a:t>Put these restaurants in order of preference (1 is most preferred and 4 as least preferred)</a:t>
            </a:r>
          </a:p>
          <a:p>
            <a:pPr marL="0" lvl="0" indent="0">
              <a:buNone/>
            </a:pPr>
            <a:r>
              <a:rPr lang="en-GB" dirty="0"/>
              <a:t>Dog and Duck    Rose and Crown    Pig and Whistle   Core 24</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3552782920"/>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8EA8B-108A-E946-39D9-B82059A703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6E0EC-C39D-CE72-34E6-AA4927FF3FAB}"/>
              </a:ext>
            </a:extLst>
          </p:cNvPr>
          <p:cNvSpPr>
            <a:spLocks noGrp="1"/>
          </p:cNvSpPr>
          <p:nvPr>
            <p:ph type="title"/>
          </p:nvPr>
        </p:nvSpPr>
        <p:spPr/>
        <p:txBody>
          <a:bodyPr>
            <a:normAutofit fontScale="90000"/>
          </a:bodyPr>
          <a:lstStyle/>
          <a:p>
            <a:r>
              <a:rPr lang="en-US" dirty="0"/>
              <a:t>Levels of measurement</a:t>
            </a:r>
            <a:br>
              <a:rPr lang="en-US" dirty="0"/>
            </a:br>
            <a:br>
              <a:rPr lang="en-GB" dirty="0"/>
            </a:br>
            <a:endParaRPr lang="en-GB" dirty="0"/>
          </a:p>
        </p:txBody>
      </p:sp>
      <p:sp>
        <p:nvSpPr>
          <p:cNvPr id="3" name="Text Placeholder 2">
            <a:extLst>
              <a:ext uri="{FF2B5EF4-FFF2-40B4-BE49-F238E27FC236}">
                <a16:creationId xmlns:a16="http://schemas.microsoft.com/office/drawing/2014/main" id="{A002160E-D64A-3816-85FA-E5649E94B282}"/>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GB" sz="2400" b="1" dirty="0"/>
              <a:t>Cardinal </a:t>
            </a:r>
            <a:r>
              <a:rPr lang="en-GB" sz="2400" dirty="0"/>
              <a:t>(numerical) data is quantitative. </a:t>
            </a:r>
          </a:p>
          <a:p>
            <a:pPr marL="342900" lvl="0" indent="-342900">
              <a:buFont typeface="Arial" panose="020B0604020202020204" pitchFamily="34" charset="0"/>
              <a:buChar char="•"/>
            </a:pPr>
            <a:endParaRPr lang="en-GB" sz="2400" dirty="0"/>
          </a:p>
          <a:p>
            <a:pPr marL="0" lvl="0" indent="0">
              <a:buNone/>
            </a:pPr>
            <a:r>
              <a:rPr lang="en-GB" sz="2400" dirty="0"/>
              <a:t>The strongest form of measurement and result from counting a number of objects/responses (e.g. the number of faulty items produced) or from measuring something (e.g. time).</a:t>
            </a:r>
          </a:p>
          <a:p>
            <a:pPr marL="0" lvl="0" indent="0">
              <a:buNone/>
            </a:pPr>
            <a:endParaRPr lang="en-GB" sz="2400" dirty="0"/>
          </a:p>
          <a:p>
            <a:pPr marL="0" lvl="0" indent="0">
              <a:buNone/>
            </a:pPr>
            <a:r>
              <a:rPr lang="en-GB" sz="2400" dirty="0"/>
              <a:t>We can both rank numbers and make statements about their differences (i.e. by how much one is bigger/better than another).</a:t>
            </a:r>
          </a:p>
          <a:p>
            <a:pPr marL="0" lvl="0" indent="0">
              <a:buNone/>
            </a:pPr>
            <a:endParaRPr lang="en-GB" sz="2400" dirty="0"/>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905114315"/>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437A-1940-FDAB-4BC1-26BBA8AAE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7F950-AB7F-9357-1528-77E9493ACCA9}"/>
              </a:ext>
            </a:extLst>
          </p:cNvPr>
          <p:cNvSpPr>
            <a:spLocks noGrp="1"/>
          </p:cNvSpPr>
          <p:nvPr>
            <p:ph type="title"/>
          </p:nvPr>
        </p:nvSpPr>
        <p:spPr/>
        <p:txBody>
          <a:bodyPr>
            <a:normAutofit fontScale="90000"/>
          </a:bodyPr>
          <a:lstStyle/>
          <a:p>
            <a:r>
              <a:rPr lang="en-US" dirty="0"/>
              <a:t>Discrete versus continuous</a:t>
            </a:r>
            <a:br>
              <a:rPr lang="en-US" dirty="0"/>
            </a:br>
            <a:br>
              <a:rPr lang="en-GB" dirty="0"/>
            </a:br>
            <a:endParaRPr lang="en-GB" dirty="0"/>
          </a:p>
        </p:txBody>
      </p:sp>
      <p:sp>
        <p:nvSpPr>
          <p:cNvPr id="3" name="Text Placeholder 2">
            <a:extLst>
              <a:ext uri="{FF2B5EF4-FFF2-40B4-BE49-F238E27FC236}">
                <a16:creationId xmlns:a16="http://schemas.microsoft.com/office/drawing/2014/main" id="{9E338426-C7ED-9D0E-FBC6-591FDE0996CA}"/>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GB" sz="2400" b="1" dirty="0"/>
              <a:t>Discrete </a:t>
            </a:r>
            <a:r>
              <a:rPr lang="en-GB" sz="2400" dirty="0"/>
              <a:t>data can be discrete in nature or result from counting or measuring to a specific degree of precision (e.g. 2 decimal places) </a:t>
            </a:r>
          </a:p>
          <a:p>
            <a:pPr marL="0" lvl="0" indent="0">
              <a:buNone/>
            </a:pPr>
            <a:r>
              <a:rPr lang="en-GB" sz="2400" dirty="0"/>
              <a:t>	Example: The number of cars sold in the UK in 2025</a:t>
            </a:r>
          </a:p>
          <a:p>
            <a:pPr marL="0" lvl="0" indent="0">
              <a:buNone/>
            </a:pPr>
            <a:endParaRPr lang="en-GB" sz="2400" dirty="0"/>
          </a:p>
          <a:p>
            <a:pPr marL="342900" lvl="0" indent="-342900">
              <a:buFont typeface="Arial" panose="020B0604020202020204" pitchFamily="34" charset="0"/>
              <a:buChar char="•"/>
            </a:pPr>
            <a:r>
              <a:rPr lang="en-GB" sz="2400" b="1" dirty="0"/>
              <a:t>Continuous</a:t>
            </a:r>
            <a:r>
              <a:rPr lang="en-GB" sz="2400" dirty="0"/>
              <a:t> data result only from measuring (length, weight etc). They can be measured or recorded to any degree of precision. </a:t>
            </a:r>
          </a:p>
          <a:p>
            <a:pPr marL="0" lvl="0" indent="0">
              <a:buNone/>
            </a:pPr>
            <a:endParaRPr lang="en-GB" sz="2400" dirty="0"/>
          </a:p>
          <a:p>
            <a:pPr marL="0" lvl="0" indent="0">
              <a:buNone/>
            </a:pPr>
            <a:r>
              <a:rPr lang="en-GB" sz="2400" dirty="0"/>
              <a:t>When the units of measurement are small, the distinction between discrete and continuous data is blurred e.g. measuring weight to the nearest gram.</a:t>
            </a:r>
          </a:p>
          <a:p>
            <a:pPr marL="342900" lvl="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853713050"/>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C665D-6A64-602E-5D00-52F2E8043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EBA31-2F0E-771D-7A07-FDFC3ECD26C7}"/>
              </a:ext>
            </a:extLst>
          </p:cNvPr>
          <p:cNvSpPr>
            <a:spLocks noGrp="1"/>
          </p:cNvSpPr>
          <p:nvPr>
            <p:ph type="title"/>
          </p:nvPr>
        </p:nvSpPr>
        <p:spPr/>
        <p:txBody>
          <a:bodyPr>
            <a:normAutofit fontScale="90000"/>
          </a:bodyPr>
          <a:lstStyle/>
          <a:p>
            <a:r>
              <a:rPr lang="en-GB" dirty="0"/>
              <a:t>Cross section versus time series</a:t>
            </a:r>
            <a:br>
              <a:rPr lang="en-GB" dirty="0"/>
            </a:br>
            <a:br>
              <a:rPr lang="en-US" dirty="0"/>
            </a:br>
            <a:br>
              <a:rPr lang="en-GB" dirty="0"/>
            </a:br>
            <a:endParaRPr lang="en-GB" dirty="0"/>
          </a:p>
        </p:txBody>
      </p:sp>
      <p:sp>
        <p:nvSpPr>
          <p:cNvPr id="3" name="Text Placeholder 2">
            <a:extLst>
              <a:ext uri="{FF2B5EF4-FFF2-40B4-BE49-F238E27FC236}">
                <a16:creationId xmlns:a16="http://schemas.microsoft.com/office/drawing/2014/main" id="{96BCF4D8-CC5D-35F5-8DE8-6DB06051C430}"/>
              </a:ext>
            </a:extLst>
          </p:cNvPr>
          <p:cNvSpPr>
            <a:spLocks noGrp="1"/>
          </p:cNvSpPr>
          <p:nvPr>
            <p:ph type="body" sz="quarter" idx="11"/>
          </p:nvPr>
        </p:nvSpPr>
        <p:spPr>
          <a:xfrm>
            <a:off x="900112" y="1700213"/>
            <a:ext cx="7632327" cy="4825131"/>
          </a:xfrm>
        </p:spPr>
        <p:txBody>
          <a:bodyPr/>
          <a:lstStyle/>
          <a:p>
            <a:pPr marL="342900" lvl="0" indent="-342900">
              <a:buFont typeface="Arial" panose="020B0604020202020204" pitchFamily="34" charset="0"/>
              <a:buChar char="•"/>
            </a:pPr>
            <a:r>
              <a:rPr lang="en-GB" sz="2400" b="1" dirty="0"/>
              <a:t>Cross-sectional</a:t>
            </a:r>
            <a:r>
              <a:rPr lang="en-GB" sz="2400" dirty="0"/>
              <a:t> data is a type of data collected by observing many subjects (such as individuals, firms, countries, or regions) at a single point or period of time.</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r>
              <a:rPr lang="en-GB" sz="2400" b="1" dirty="0"/>
              <a:t>Time series data </a:t>
            </a:r>
            <a:r>
              <a:rPr lang="en-GB" sz="2400" dirty="0"/>
              <a:t>is a series of data points indexed (or listed) in time order. Most commonly, a time series is a sequence taken at successive equally spaced points in time (</a:t>
            </a:r>
            <a:r>
              <a:rPr lang="en-GB" sz="2400" dirty="0" err="1"/>
              <a:t>eg</a:t>
            </a:r>
            <a:r>
              <a:rPr lang="en-GB" sz="2400" dirty="0"/>
              <a:t> UK inflation Jan 2010 – Dec 2025 in monthly frequency).</a:t>
            </a:r>
          </a:p>
          <a:p>
            <a:pPr marL="0" lvl="0" indent="0">
              <a:buNone/>
            </a:pPr>
            <a:endParaRPr lang="en-US" sz="2400" dirty="0"/>
          </a:p>
        </p:txBody>
      </p:sp>
    </p:spTree>
    <p:extLst>
      <p:ext uri="{BB962C8B-B14F-4D97-AF65-F5344CB8AC3E}">
        <p14:creationId xmlns:p14="http://schemas.microsoft.com/office/powerpoint/2010/main" val="318181740"/>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36D19-9292-90C6-3C77-86DEB069A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7562E-5A83-77EB-DE77-4E7B0C9BB393}"/>
              </a:ext>
            </a:extLst>
          </p:cNvPr>
          <p:cNvSpPr>
            <a:spLocks noGrp="1"/>
          </p:cNvSpPr>
          <p:nvPr>
            <p:ph type="title"/>
          </p:nvPr>
        </p:nvSpPr>
        <p:spPr/>
        <p:txBody>
          <a:bodyPr>
            <a:normAutofit fontScale="90000"/>
          </a:bodyPr>
          <a:lstStyle/>
          <a:p>
            <a:r>
              <a:rPr lang="en-US" dirty="0"/>
              <a:t>Spreadsheet</a:t>
            </a:r>
            <a:br>
              <a:rPr lang="en-US" dirty="0"/>
            </a:br>
            <a:br>
              <a:rPr lang="en-GB" dirty="0"/>
            </a:br>
            <a:endParaRPr lang="en-GB" dirty="0"/>
          </a:p>
        </p:txBody>
      </p:sp>
      <p:sp>
        <p:nvSpPr>
          <p:cNvPr id="3" name="Text Placeholder 2">
            <a:extLst>
              <a:ext uri="{FF2B5EF4-FFF2-40B4-BE49-F238E27FC236}">
                <a16:creationId xmlns:a16="http://schemas.microsoft.com/office/drawing/2014/main" id="{D26A8B35-292F-22C3-C048-C383CC0B604C}"/>
              </a:ext>
            </a:extLst>
          </p:cNvPr>
          <p:cNvSpPr>
            <a:spLocks noGrp="1"/>
          </p:cNvSpPr>
          <p:nvPr>
            <p:ph type="body" sz="quarter" idx="11"/>
          </p:nvPr>
        </p:nvSpPr>
        <p:spPr>
          <a:xfrm>
            <a:off x="900112" y="1700213"/>
            <a:ext cx="7632327" cy="4825131"/>
          </a:xfrm>
        </p:spPr>
        <p:txBody>
          <a:bodyPr/>
          <a:lstStyle/>
          <a:p>
            <a:pPr marL="0" lvl="0" indent="0">
              <a:buNone/>
            </a:pPr>
            <a:r>
              <a:rPr lang="en-GB" sz="2400" dirty="0"/>
              <a:t>Data is usually presented in a spreadsheet where the first row contains the variable names. </a:t>
            </a:r>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r>
              <a:rPr lang="en-GB" sz="2400" dirty="0"/>
              <a:t>This dataset has 5 observations (information on 5 employees) and 4 variables. Gender and region are nominal/categorical data. Different categories are coded as numerical values. </a:t>
            </a:r>
          </a:p>
          <a:p>
            <a:pPr marL="0" lvl="0" indent="0">
              <a:buNone/>
            </a:pPr>
            <a:endParaRPr lang="en-GB" sz="2400" dirty="0"/>
          </a:p>
          <a:p>
            <a:pPr marL="0" lvl="0" indent="0">
              <a:buNone/>
            </a:pPr>
            <a:endParaRPr lang="en-US" sz="2400" dirty="0"/>
          </a:p>
        </p:txBody>
      </p:sp>
      <p:pic>
        <p:nvPicPr>
          <p:cNvPr id="4" name="Picture 3">
            <a:extLst>
              <a:ext uri="{FF2B5EF4-FFF2-40B4-BE49-F238E27FC236}">
                <a16:creationId xmlns:a16="http://schemas.microsoft.com/office/drawing/2014/main" id="{158ABFEC-FF46-26EB-DCF5-0E87BA1BB68A}"/>
              </a:ext>
            </a:extLst>
          </p:cNvPr>
          <p:cNvPicPr>
            <a:picLocks noChangeAspect="1"/>
          </p:cNvPicPr>
          <p:nvPr/>
        </p:nvPicPr>
        <p:blipFill>
          <a:blip r:embed="rId2"/>
          <a:stretch>
            <a:fillRect/>
          </a:stretch>
        </p:blipFill>
        <p:spPr>
          <a:xfrm>
            <a:off x="971600" y="2465524"/>
            <a:ext cx="4226156" cy="1926952"/>
          </a:xfrm>
          <a:prstGeom prst="rect">
            <a:avLst/>
          </a:prstGeom>
        </p:spPr>
      </p:pic>
    </p:spTree>
    <p:extLst>
      <p:ext uri="{BB962C8B-B14F-4D97-AF65-F5344CB8AC3E}">
        <p14:creationId xmlns:p14="http://schemas.microsoft.com/office/powerpoint/2010/main" val="1191206472"/>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A361E-316D-AAEE-4127-57614A867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1A697-886F-224B-F8C5-5846427A5F82}"/>
              </a:ext>
            </a:extLst>
          </p:cNvPr>
          <p:cNvSpPr>
            <a:spLocks noGrp="1"/>
          </p:cNvSpPr>
          <p:nvPr>
            <p:ph type="title"/>
          </p:nvPr>
        </p:nvSpPr>
        <p:spPr/>
        <p:txBody>
          <a:bodyPr>
            <a:normAutofit fontScale="90000"/>
          </a:bodyPr>
          <a:lstStyle/>
          <a:p>
            <a:r>
              <a:rPr lang="en-GB" dirty="0"/>
              <a:t>Frequency table</a:t>
            </a:r>
            <a:br>
              <a:rPr lang="en-GB" dirty="0"/>
            </a:br>
            <a:br>
              <a:rPr lang="en-US" dirty="0"/>
            </a:br>
            <a:br>
              <a:rPr lang="en-GB" dirty="0"/>
            </a:br>
            <a:endParaRPr lang="en-GB" dirty="0"/>
          </a:p>
        </p:txBody>
      </p:sp>
      <p:sp>
        <p:nvSpPr>
          <p:cNvPr id="3" name="Text Placeholder 2">
            <a:extLst>
              <a:ext uri="{FF2B5EF4-FFF2-40B4-BE49-F238E27FC236}">
                <a16:creationId xmlns:a16="http://schemas.microsoft.com/office/drawing/2014/main" id="{9270AF86-1E4F-9A76-DFD5-8E5309143D0E}"/>
              </a:ext>
            </a:extLst>
          </p:cNvPr>
          <p:cNvSpPr>
            <a:spLocks noGrp="1"/>
          </p:cNvSpPr>
          <p:nvPr>
            <p:ph type="body" sz="quarter" idx="11"/>
          </p:nvPr>
        </p:nvSpPr>
        <p:spPr>
          <a:xfrm>
            <a:off x="900112" y="1700213"/>
            <a:ext cx="7632327" cy="4825131"/>
          </a:xfrm>
        </p:spPr>
        <p:txBody>
          <a:bodyPr/>
          <a:lstStyle/>
          <a:p>
            <a:pPr marL="0" lvl="0" indent="0">
              <a:buNone/>
            </a:pPr>
            <a:r>
              <a:rPr lang="en-US" sz="2400" dirty="0"/>
              <a:t>A frequency table is way of condensing information. We see how many data points we have in each class.</a:t>
            </a:r>
          </a:p>
          <a:p>
            <a:pPr marL="0" lvl="0" indent="0">
              <a:buNone/>
            </a:pPr>
            <a:r>
              <a:rPr lang="en-US" sz="2400" dirty="0"/>
              <a:t>In some cases, we might have only access to the frequency table but not to the raw data.</a:t>
            </a:r>
          </a:p>
          <a:p>
            <a:pPr marL="0" lvl="0" indent="0">
              <a:buNone/>
            </a:pPr>
            <a:endParaRPr lang="en-US" sz="2400" dirty="0"/>
          </a:p>
          <a:p>
            <a:pPr marL="0" lvl="0" indent="0">
              <a:buNone/>
            </a:pPr>
            <a:endParaRPr lang="en-US" sz="2400" dirty="0"/>
          </a:p>
          <a:p>
            <a:pPr marL="0" lvl="0" indent="0">
              <a:buNone/>
            </a:pPr>
            <a:endParaRPr lang="en-US" sz="2400" dirty="0"/>
          </a:p>
        </p:txBody>
      </p:sp>
      <p:pic>
        <p:nvPicPr>
          <p:cNvPr id="4" name="Picture 3">
            <a:extLst>
              <a:ext uri="{FF2B5EF4-FFF2-40B4-BE49-F238E27FC236}">
                <a16:creationId xmlns:a16="http://schemas.microsoft.com/office/drawing/2014/main" id="{6A38516B-8018-408F-0814-A54F9A4B8EEF}"/>
              </a:ext>
            </a:extLst>
          </p:cNvPr>
          <p:cNvPicPr>
            <a:picLocks noChangeAspect="1"/>
          </p:cNvPicPr>
          <p:nvPr/>
        </p:nvPicPr>
        <p:blipFill>
          <a:blip r:embed="rId2"/>
          <a:stretch>
            <a:fillRect/>
          </a:stretch>
        </p:blipFill>
        <p:spPr>
          <a:xfrm>
            <a:off x="900111" y="3789040"/>
            <a:ext cx="3095825" cy="2120098"/>
          </a:xfrm>
          <a:prstGeom prst="rect">
            <a:avLst/>
          </a:prstGeom>
        </p:spPr>
      </p:pic>
    </p:spTree>
    <p:extLst>
      <p:ext uri="{BB962C8B-B14F-4D97-AF65-F5344CB8AC3E}">
        <p14:creationId xmlns:p14="http://schemas.microsoft.com/office/powerpoint/2010/main" val="173588279"/>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CE13-887D-424D-9C90-08C9AE0EA795}"/>
              </a:ext>
            </a:extLst>
          </p:cNvPr>
          <p:cNvSpPr>
            <a:spLocks noGrp="1"/>
          </p:cNvSpPr>
          <p:nvPr>
            <p:ph type="title"/>
          </p:nvPr>
        </p:nvSpPr>
        <p:spPr/>
        <p:txBody>
          <a:bodyPr/>
          <a:lstStyle/>
          <a:p>
            <a:r>
              <a:rPr lang="en-GB" dirty="0"/>
              <a:t>Next Lecture</a:t>
            </a:r>
          </a:p>
        </p:txBody>
      </p:sp>
      <p:sp>
        <p:nvSpPr>
          <p:cNvPr id="3" name="Text Placeholder 2">
            <a:extLst>
              <a:ext uri="{FF2B5EF4-FFF2-40B4-BE49-F238E27FC236}">
                <a16:creationId xmlns:a16="http://schemas.microsoft.com/office/drawing/2014/main" id="{ADEBF03B-6FBE-4B0C-93A0-8DB46AC1EDBD}"/>
              </a:ext>
            </a:extLst>
          </p:cNvPr>
          <p:cNvSpPr>
            <a:spLocks noGrp="1"/>
          </p:cNvSpPr>
          <p:nvPr>
            <p:ph type="body" sz="quarter" idx="11"/>
          </p:nvPr>
        </p:nvSpPr>
        <p:spPr>
          <a:xfrm>
            <a:off x="899591" y="1412776"/>
            <a:ext cx="6551612" cy="2880320"/>
          </a:xfrm>
        </p:spPr>
        <p:txBody>
          <a:bodyPr/>
          <a:lstStyle/>
          <a:p>
            <a:r>
              <a:rPr lang="en-GB" sz="2400" dirty="0"/>
              <a:t>Descriptive statistics</a:t>
            </a:r>
          </a:p>
          <a:p>
            <a:r>
              <a:rPr lang="en-GB" sz="2400" dirty="0"/>
              <a:t>Mean, median, mode</a:t>
            </a:r>
          </a:p>
          <a:p>
            <a:r>
              <a:rPr lang="en-GB" sz="2400" dirty="0"/>
              <a:t>Variance, standard deviation</a:t>
            </a:r>
          </a:p>
          <a:p>
            <a:r>
              <a:rPr lang="en-GB" sz="2400" dirty="0"/>
              <a:t>Coefficient of variation</a:t>
            </a:r>
          </a:p>
          <a:p>
            <a:endParaRPr lang="en-GB" sz="2400" dirty="0"/>
          </a:p>
          <a:p>
            <a:pPr marL="9525" indent="0">
              <a:buNone/>
            </a:pPr>
            <a:endParaRPr lang="en-GB" dirty="0"/>
          </a:p>
        </p:txBody>
      </p:sp>
    </p:spTree>
    <p:extLst>
      <p:ext uri="{BB962C8B-B14F-4D97-AF65-F5344CB8AC3E}">
        <p14:creationId xmlns:p14="http://schemas.microsoft.com/office/powerpoint/2010/main" val="1363191569"/>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E Lilac standard" id="{B50C80D3-D9F5-4009-9938-F1B85FF744A3}" vid="{FD532FFD-1352-4344-A026-1EC031F17F7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489C2B03CC9B4B848357AD3FCA0F8D" ma:contentTypeVersion="13" ma:contentTypeDescription="Create a new document." ma:contentTypeScope="" ma:versionID="54b3e76089f828a04be55345f1a537e0">
  <xsd:schema xmlns:xsd="http://www.w3.org/2001/XMLSchema" xmlns:xs="http://www.w3.org/2001/XMLSchema" xmlns:p="http://schemas.microsoft.com/office/2006/metadata/properties" xmlns:ns3="0a63ec7c-6655-44e7-8cc1-d1896a7f84b6" xmlns:ns4="eaad8dcd-1243-433a-a0b1-5eb79d1ccaf5" targetNamespace="http://schemas.microsoft.com/office/2006/metadata/properties" ma:root="true" ma:fieldsID="7c7dfe77c3df860864662b3f0bb8129f" ns3:_="" ns4:_="">
    <xsd:import namespace="0a63ec7c-6655-44e7-8cc1-d1896a7f84b6"/>
    <xsd:import namespace="eaad8dcd-1243-433a-a0b1-5eb79d1ccaf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63ec7c-6655-44e7-8cc1-d1896a7f84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aad8dcd-1243-433a-a0b1-5eb79d1ccaf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5FBBA11-57B2-41FF-8FE3-BA0941F714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63ec7c-6655-44e7-8cc1-d1896a7f84b6"/>
    <ds:schemaRef ds:uri="eaad8dcd-1243-433a-a0b1-5eb79d1cca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C5552B4-89B5-4F8D-B1E4-E0A34EA58D51}">
  <ds:schemaRefs>
    <ds:schemaRef ds:uri="http://schemas.microsoft.com/sharepoint/v3/contenttype/forms"/>
  </ds:schemaRefs>
</ds:datastoreItem>
</file>

<file path=customXml/itemProps3.xml><?xml version="1.0" encoding="utf-8"?>
<ds:datastoreItem xmlns:ds="http://schemas.openxmlformats.org/officeDocument/2006/customXml" ds:itemID="{98D2D201-97C8-4E70-BF77-76D11DC8600F}">
  <ds:schemaRefs>
    <ds:schemaRef ds:uri="eaad8dcd-1243-433a-a0b1-5eb79d1ccaf5"/>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http://purl.org/dc/dcmitype/"/>
    <ds:schemaRef ds:uri="http://schemas.microsoft.com/office/infopath/2007/PartnerControls"/>
    <ds:schemaRef ds:uri="0a63ec7c-6655-44e7-8cc1-d1896a7f84b6"/>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UWE Lilac standard</Template>
  <TotalTime>2696</TotalTime>
  <Words>1129</Words>
  <Application>Microsoft Office PowerPoint</Application>
  <PresentationFormat>On-screen Show (4:3)</PresentationFormat>
  <Paragraphs>128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Courier New</vt:lpstr>
      <vt:lpstr>Georgia</vt:lpstr>
      <vt:lpstr>Tahoma</vt:lpstr>
      <vt:lpstr>Custom Design</vt:lpstr>
      <vt:lpstr>UMET9U-30-1- Professional Skills for Banking and Finance   Lecture 7</vt:lpstr>
      <vt:lpstr>Lecture content</vt:lpstr>
      <vt:lpstr>Introduction   </vt:lpstr>
      <vt:lpstr>Introduction   </vt:lpstr>
      <vt:lpstr>Data sources   </vt:lpstr>
      <vt:lpstr>Stages in primary data collection   </vt:lpstr>
      <vt:lpstr>PowerPoint Presentation</vt:lpstr>
      <vt:lpstr>Methods of primary data collection   </vt:lpstr>
      <vt:lpstr>Methods of sampling  </vt:lpstr>
      <vt:lpstr>Types of data  </vt:lpstr>
      <vt:lpstr>Levels of measurement  </vt:lpstr>
      <vt:lpstr>Levels of measurement  </vt:lpstr>
      <vt:lpstr>Levels of measurement  </vt:lpstr>
      <vt:lpstr>Discrete versus continuous  </vt:lpstr>
      <vt:lpstr>Cross section versus time series   </vt:lpstr>
      <vt:lpstr>Spreadsheet  </vt:lpstr>
      <vt:lpstr>Frequency table   </vt:lpstr>
      <vt:lpstr>Next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UMED8M-15-2 - Introductory econometrics   Lecture 1</dc:title>
  <dc:creator>Reinhold Heinlein</dc:creator>
  <cp:lastModifiedBy>Reinhold Heinlein</cp:lastModifiedBy>
  <cp:revision>18</cp:revision>
  <cp:lastPrinted>2016-09-22T10:08:48Z</cp:lastPrinted>
  <dcterms:created xsi:type="dcterms:W3CDTF">2021-06-15T10:15:29Z</dcterms:created>
  <dcterms:modified xsi:type="dcterms:W3CDTF">2025-06-19T09:01:23Z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0x01010078489C2B03CC9B4B848357AD3FCA0F8D</vt:lpwstr>
  </property>
</Properties>
</file>