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8" r:id="rId6"/>
    <p:sldId id="273" r:id="rId7"/>
    <p:sldId id="276" r:id="rId8"/>
    <p:sldId id="275" r:id="rId9"/>
    <p:sldId id="274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71" r:id="rId24"/>
  </p:sldIdLst>
  <p:sldSz cx="9144000" cy="6858000" type="screen4x3"/>
  <p:notesSz cx="9144000" cy="6858000"/>
  <p:custDataLst>
    <p:tags r:id="rId2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56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28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00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7213" indent="158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3838">
          <p15:clr>
            <a:srgbClr val="A4A3A4"/>
          </p15:clr>
        </p15:guide>
        <p15:guide id="5" pos="2880">
          <p15:clr>
            <a:srgbClr val="A4A3A4"/>
          </p15:clr>
        </p15:guide>
        <p15:guide id="7" pos="5103">
          <p15:clr>
            <a:srgbClr val="A4A3A4"/>
          </p15:clr>
        </p15:guide>
        <p15:guide id="12" pos="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30613"/>
    <a:srgbClr val="7A7392"/>
    <a:srgbClr val="16818D"/>
    <a:srgbClr val="1A9DAC"/>
    <a:srgbClr val="1C9DAC"/>
    <a:srgbClr val="598752"/>
    <a:srgbClr val="6DA463"/>
    <a:srgbClr val="A65C45"/>
    <a:srgbClr val="CC7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8987B9-8366-42F2-A56D-C4829B7B1CC5}" v="491" dt="2025-06-27T06:51:04.2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21" autoAdjust="0"/>
    <p:restoredTop sz="86410"/>
  </p:normalViewPr>
  <p:slideViewPr>
    <p:cSldViewPr showGuides="1">
      <p:cViewPr varScale="1">
        <p:scale>
          <a:sx n="74" d="100"/>
          <a:sy n="74" d="100"/>
        </p:scale>
        <p:origin x="972" y="56"/>
      </p:cViewPr>
      <p:guideLst>
        <p:guide orient="horz" pos="3838"/>
        <p:guide pos="2880"/>
        <p:guide pos="5103"/>
        <p:guide pos="65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196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inhold Heinlein" userId="c5e5d61b-3817-4f51-a712-dcf8bfbff443" providerId="ADAL" clId="{E08987B9-8366-42F2-A56D-C4829B7B1CC5}"/>
    <pc:docChg chg="undo custSel addSld delSld modSld sldOrd">
      <pc:chgData name="Reinhold Heinlein" userId="c5e5d61b-3817-4f51-a712-dcf8bfbff443" providerId="ADAL" clId="{E08987B9-8366-42F2-A56D-C4829B7B1CC5}" dt="2025-06-27T07:13:57.908" v="2536" actId="20577"/>
      <pc:docMkLst>
        <pc:docMk/>
      </pc:docMkLst>
      <pc:sldChg chg="modSp mod">
        <pc:chgData name="Reinhold Heinlein" userId="c5e5d61b-3817-4f51-a712-dcf8bfbff443" providerId="ADAL" clId="{E08987B9-8366-42F2-A56D-C4829B7B1CC5}" dt="2025-06-26T09:11:32.122" v="1" actId="20577"/>
        <pc:sldMkLst>
          <pc:docMk/>
          <pc:sldMk cId="371339850" sldId="256"/>
        </pc:sldMkLst>
        <pc:spChg chg="mod">
          <ac:chgData name="Reinhold Heinlein" userId="c5e5d61b-3817-4f51-a712-dcf8bfbff443" providerId="ADAL" clId="{E08987B9-8366-42F2-A56D-C4829B7B1CC5}" dt="2025-06-26T09:11:32.122" v="1" actId="20577"/>
          <ac:spMkLst>
            <pc:docMk/>
            <pc:sldMk cId="371339850" sldId="256"/>
            <ac:spMk id="2" creationId="{27F129AE-110C-40B7-9DF3-A4A07ADFD71E}"/>
          </ac:spMkLst>
        </pc:spChg>
      </pc:sldChg>
      <pc:sldChg chg="modSp mod">
        <pc:chgData name="Reinhold Heinlein" userId="c5e5d61b-3817-4f51-a712-dcf8bfbff443" providerId="ADAL" clId="{E08987B9-8366-42F2-A56D-C4829B7B1CC5}" dt="2025-06-26T09:12:41.735" v="4" actId="20577"/>
        <pc:sldMkLst>
          <pc:docMk/>
          <pc:sldMk cId="2884623810" sldId="258"/>
        </pc:sldMkLst>
        <pc:spChg chg="mod">
          <ac:chgData name="Reinhold Heinlein" userId="c5e5d61b-3817-4f51-a712-dcf8bfbff443" providerId="ADAL" clId="{E08987B9-8366-42F2-A56D-C4829B7B1CC5}" dt="2025-06-26T09:12:41.735" v="4" actId="20577"/>
          <ac:spMkLst>
            <pc:docMk/>
            <pc:sldMk cId="2884623810" sldId="258"/>
            <ac:spMk id="3" creationId="{67A63DF7-30A5-4CDB-B2AD-10BDF696FBA6}"/>
          </ac:spMkLst>
        </pc:spChg>
      </pc:sldChg>
      <pc:sldChg chg="modSp add del mod">
        <pc:chgData name="Reinhold Heinlein" userId="c5e5d61b-3817-4f51-a712-dcf8bfbff443" providerId="ADAL" clId="{E08987B9-8366-42F2-A56D-C4829B7B1CC5}" dt="2025-06-26T09:14:34.711" v="60" actId="47"/>
        <pc:sldMkLst>
          <pc:docMk/>
          <pc:sldMk cId="1363191569" sldId="271"/>
        </pc:sldMkLst>
        <pc:spChg chg="mod">
          <ac:chgData name="Reinhold Heinlein" userId="c5e5d61b-3817-4f51-a712-dcf8bfbff443" providerId="ADAL" clId="{E08987B9-8366-42F2-A56D-C4829B7B1CC5}" dt="2025-06-26T09:13:38.454" v="50" actId="20577"/>
          <ac:spMkLst>
            <pc:docMk/>
            <pc:sldMk cId="1363191569" sldId="271"/>
            <ac:spMk id="3" creationId="{ADEBF03B-6FBE-4B0C-93A0-8DB46AC1EDBD}"/>
          </ac:spMkLst>
        </pc:spChg>
      </pc:sldChg>
      <pc:sldChg chg="modSp mod">
        <pc:chgData name="Reinhold Heinlein" userId="c5e5d61b-3817-4f51-a712-dcf8bfbff443" providerId="ADAL" clId="{E08987B9-8366-42F2-A56D-C4829B7B1CC5}" dt="2025-06-26T09:37:01.725" v="746" actId="20577"/>
        <pc:sldMkLst>
          <pc:docMk/>
          <pc:sldMk cId="3651346321" sldId="273"/>
        </pc:sldMkLst>
        <pc:spChg chg="mod">
          <ac:chgData name="Reinhold Heinlein" userId="c5e5d61b-3817-4f51-a712-dcf8bfbff443" providerId="ADAL" clId="{E08987B9-8366-42F2-A56D-C4829B7B1CC5}" dt="2025-06-26T09:24:45.842" v="225" actId="20577"/>
          <ac:spMkLst>
            <pc:docMk/>
            <pc:sldMk cId="3651346321" sldId="273"/>
            <ac:spMk id="2" creationId="{BAB7C48C-C56A-6447-6B9C-807BB7B444E8}"/>
          </ac:spMkLst>
        </pc:spChg>
        <pc:spChg chg="mod">
          <ac:chgData name="Reinhold Heinlein" userId="c5e5d61b-3817-4f51-a712-dcf8bfbff443" providerId="ADAL" clId="{E08987B9-8366-42F2-A56D-C4829B7B1CC5}" dt="2025-06-26T09:37:01.725" v="746" actId="20577"/>
          <ac:spMkLst>
            <pc:docMk/>
            <pc:sldMk cId="3651346321" sldId="273"/>
            <ac:spMk id="3" creationId="{5AEB033B-BA17-A349-74FA-C2EEC4D02ACA}"/>
          </ac:spMkLst>
        </pc:spChg>
      </pc:sldChg>
      <pc:sldChg chg="modSp mod">
        <pc:chgData name="Reinhold Heinlein" userId="c5e5d61b-3817-4f51-a712-dcf8bfbff443" providerId="ADAL" clId="{E08987B9-8366-42F2-A56D-C4829B7B1CC5}" dt="2025-06-26T10:02:57.634" v="1250" actId="20577"/>
        <pc:sldMkLst>
          <pc:docMk/>
          <pc:sldMk cId="1198622452" sldId="274"/>
        </pc:sldMkLst>
        <pc:spChg chg="mod">
          <ac:chgData name="Reinhold Heinlein" userId="c5e5d61b-3817-4f51-a712-dcf8bfbff443" providerId="ADAL" clId="{E08987B9-8366-42F2-A56D-C4829B7B1CC5}" dt="2025-06-26T09:20:01.910" v="168" actId="20577"/>
          <ac:spMkLst>
            <pc:docMk/>
            <pc:sldMk cId="1198622452" sldId="274"/>
            <ac:spMk id="2" creationId="{DB326958-5483-C387-44B0-1F3675BAAB04}"/>
          </ac:spMkLst>
        </pc:spChg>
        <pc:spChg chg="mod">
          <ac:chgData name="Reinhold Heinlein" userId="c5e5d61b-3817-4f51-a712-dcf8bfbff443" providerId="ADAL" clId="{E08987B9-8366-42F2-A56D-C4829B7B1CC5}" dt="2025-06-26T10:02:57.634" v="1250" actId="20577"/>
          <ac:spMkLst>
            <pc:docMk/>
            <pc:sldMk cId="1198622452" sldId="274"/>
            <ac:spMk id="3" creationId="{A342AC54-4DB2-76AF-4BB8-5C25B8E12983}"/>
          </ac:spMkLst>
        </pc:spChg>
      </pc:sldChg>
      <pc:sldChg chg="del">
        <pc:chgData name="Reinhold Heinlein" userId="c5e5d61b-3817-4f51-a712-dcf8bfbff443" providerId="ADAL" clId="{E08987B9-8366-42F2-A56D-C4829B7B1CC5}" dt="2025-06-26T09:14:50.002" v="68" actId="47"/>
        <pc:sldMkLst>
          <pc:docMk/>
          <pc:sldMk cId="1068113838" sldId="275"/>
        </pc:sldMkLst>
      </pc:sldChg>
      <pc:sldChg chg="modSp add mod">
        <pc:chgData name="Reinhold Heinlein" userId="c5e5d61b-3817-4f51-a712-dcf8bfbff443" providerId="ADAL" clId="{E08987B9-8366-42F2-A56D-C4829B7B1CC5}" dt="2025-06-26T09:58:37.936" v="1118" actId="207"/>
        <pc:sldMkLst>
          <pc:docMk/>
          <pc:sldMk cId="2108140416" sldId="275"/>
        </pc:sldMkLst>
        <pc:spChg chg="mod">
          <ac:chgData name="Reinhold Heinlein" userId="c5e5d61b-3817-4f51-a712-dcf8bfbff443" providerId="ADAL" clId="{E08987B9-8366-42F2-A56D-C4829B7B1CC5}" dt="2025-06-26T09:58:37.936" v="1118" actId="207"/>
          <ac:spMkLst>
            <pc:docMk/>
            <pc:sldMk cId="2108140416" sldId="275"/>
            <ac:spMk id="3" creationId="{88C1498D-3DFB-B752-7FF4-2C541926CABC}"/>
          </ac:spMkLst>
        </pc:spChg>
      </pc:sldChg>
      <pc:sldChg chg="modSp add mod">
        <pc:chgData name="Reinhold Heinlein" userId="c5e5d61b-3817-4f51-a712-dcf8bfbff443" providerId="ADAL" clId="{E08987B9-8366-42F2-A56D-C4829B7B1CC5}" dt="2025-06-26T09:45:32.026" v="1047" actId="20577"/>
        <pc:sldMkLst>
          <pc:docMk/>
          <pc:sldMk cId="3749806613" sldId="276"/>
        </pc:sldMkLst>
        <pc:spChg chg="mod">
          <ac:chgData name="Reinhold Heinlein" userId="c5e5d61b-3817-4f51-a712-dcf8bfbff443" providerId="ADAL" clId="{E08987B9-8366-42F2-A56D-C4829B7B1CC5}" dt="2025-06-26T09:38:17.899" v="769" actId="20577"/>
          <ac:spMkLst>
            <pc:docMk/>
            <pc:sldMk cId="3749806613" sldId="276"/>
            <ac:spMk id="2" creationId="{C439EE36-32DB-B4CA-6E45-00FE5B5FCB87}"/>
          </ac:spMkLst>
        </pc:spChg>
        <pc:spChg chg="mod">
          <ac:chgData name="Reinhold Heinlein" userId="c5e5d61b-3817-4f51-a712-dcf8bfbff443" providerId="ADAL" clId="{E08987B9-8366-42F2-A56D-C4829B7B1CC5}" dt="2025-06-26T09:45:32.026" v="1047" actId="20577"/>
          <ac:spMkLst>
            <pc:docMk/>
            <pc:sldMk cId="3749806613" sldId="276"/>
            <ac:spMk id="3" creationId="{30C708D9-47D5-1492-7C3C-75BFB3CCA2AB}"/>
          </ac:spMkLst>
        </pc:spChg>
      </pc:sldChg>
      <pc:sldChg chg="del">
        <pc:chgData name="Reinhold Heinlein" userId="c5e5d61b-3817-4f51-a712-dcf8bfbff443" providerId="ADAL" clId="{E08987B9-8366-42F2-A56D-C4829B7B1CC5}" dt="2025-06-26T09:14:51.548" v="69" actId="47"/>
        <pc:sldMkLst>
          <pc:docMk/>
          <pc:sldMk cId="3965540341" sldId="276"/>
        </pc:sldMkLst>
      </pc:sldChg>
      <pc:sldChg chg="del">
        <pc:chgData name="Reinhold Heinlein" userId="c5e5d61b-3817-4f51-a712-dcf8bfbff443" providerId="ADAL" clId="{E08987B9-8366-42F2-A56D-C4829B7B1CC5}" dt="2025-06-26T09:14:43.484" v="65" actId="47"/>
        <pc:sldMkLst>
          <pc:docMk/>
          <pc:sldMk cId="1216957791" sldId="277"/>
        </pc:sldMkLst>
      </pc:sldChg>
      <pc:sldChg chg="modSp add mod">
        <pc:chgData name="Reinhold Heinlein" userId="c5e5d61b-3817-4f51-a712-dcf8bfbff443" providerId="ADAL" clId="{E08987B9-8366-42F2-A56D-C4829B7B1CC5}" dt="2025-06-26T11:36:35.991" v="1696" actId="20577"/>
        <pc:sldMkLst>
          <pc:docMk/>
          <pc:sldMk cId="1686786494" sldId="277"/>
        </pc:sldMkLst>
        <pc:spChg chg="mod">
          <ac:chgData name="Reinhold Heinlein" userId="c5e5d61b-3817-4f51-a712-dcf8bfbff443" providerId="ADAL" clId="{E08987B9-8366-42F2-A56D-C4829B7B1CC5}" dt="2025-06-26T11:04:28.077" v="1286" actId="20577"/>
          <ac:spMkLst>
            <pc:docMk/>
            <pc:sldMk cId="1686786494" sldId="277"/>
            <ac:spMk id="2" creationId="{2718A2D1-5DC7-755E-1E0B-64697FFE0057}"/>
          </ac:spMkLst>
        </pc:spChg>
        <pc:spChg chg="mod">
          <ac:chgData name="Reinhold Heinlein" userId="c5e5d61b-3817-4f51-a712-dcf8bfbff443" providerId="ADAL" clId="{E08987B9-8366-42F2-A56D-C4829B7B1CC5}" dt="2025-06-26T11:36:35.991" v="1696" actId="20577"/>
          <ac:spMkLst>
            <pc:docMk/>
            <pc:sldMk cId="1686786494" sldId="277"/>
            <ac:spMk id="3" creationId="{3AB0B6A0-2CF7-398B-6C8A-E8C5524C7ADB}"/>
          </ac:spMkLst>
        </pc:spChg>
      </pc:sldChg>
      <pc:sldChg chg="modSp add mod">
        <pc:chgData name="Reinhold Heinlein" userId="c5e5d61b-3817-4f51-a712-dcf8bfbff443" providerId="ADAL" clId="{E08987B9-8366-42F2-A56D-C4829B7B1CC5}" dt="2025-06-26T11:37:49.956" v="1706" actId="20577"/>
        <pc:sldMkLst>
          <pc:docMk/>
          <pc:sldMk cId="931523437" sldId="278"/>
        </pc:sldMkLst>
        <pc:spChg chg="mod">
          <ac:chgData name="Reinhold Heinlein" userId="c5e5d61b-3817-4f51-a712-dcf8bfbff443" providerId="ADAL" clId="{E08987B9-8366-42F2-A56D-C4829B7B1CC5}" dt="2025-06-26T11:37:49.956" v="1706" actId="20577"/>
          <ac:spMkLst>
            <pc:docMk/>
            <pc:sldMk cId="931523437" sldId="278"/>
            <ac:spMk id="3" creationId="{15A4353D-6C7E-42FE-0B66-0C75993CE7D6}"/>
          </ac:spMkLst>
        </pc:spChg>
      </pc:sldChg>
      <pc:sldChg chg="del">
        <pc:chgData name="Reinhold Heinlein" userId="c5e5d61b-3817-4f51-a712-dcf8bfbff443" providerId="ADAL" clId="{E08987B9-8366-42F2-A56D-C4829B7B1CC5}" dt="2025-06-26T09:14:43.802" v="66" actId="47"/>
        <pc:sldMkLst>
          <pc:docMk/>
          <pc:sldMk cId="2813269240" sldId="278"/>
        </pc:sldMkLst>
      </pc:sldChg>
      <pc:sldChg chg="del">
        <pc:chgData name="Reinhold Heinlein" userId="c5e5d61b-3817-4f51-a712-dcf8bfbff443" providerId="ADAL" clId="{E08987B9-8366-42F2-A56D-C4829B7B1CC5}" dt="2025-06-26T09:14:43.943" v="67" actId="47"/>
        <pc:sldMkLst>
          <pc:docMk/>
          <pc:sldMk cId="2588099372" sldId="279"/>
        </pc:sldMkLst>
      </pc:sldChg>
      <pc:sldChg chg="addSp delSp modSp add mod">
        <pc:chgData name="Reinhold Heinlein" userId="c5e5d61b-3817-4f51-a712-dcf8bfbff443" providerId="ADAL" clId="{E08987B9-8366-42F2-A56D-C4829B7B1CC5}" dt="2025-06-27T07:13:57.908" v="2536" actId="20577"/>
        <pc:sldMkLst>
          <pc:docMk/>
          <pc:sldMk cId="3647361263" sldId="279"/>
        </pc:sldMkLst>
        <pc:spChg chg="mod">
          <ac:chgData name="Reinhold Heinlein" userId="c5e5d61b-3817-4f51-a712-dcf8bfbff443" providerId="ADAL" clId="{E08987B9-8366-42F2-A56D-C4829B7B1CC5}" dt="2025-06-27T07:13:57.908" v="2536" actId="20577"/>
          <ac:spMkLst>
            <pc:docMk/>
            <pc:sldMk cId="3647361263" sldId="279"/>
            <ac:spMk id="3" creationId="{24983F1B-8DF4-E62C-8EA6-E19B3E6DD4F3}"/>
          </ac:spMkLst>
        </pc:spChg>
        <pc:picChg chg="add mod">
          <ac:chgData name="Reinhold Heinlein" userId="c5e5d61b-3817-4f51-a712-dcf8bfbff443" providerId="ADAL" clId="{E08987B9-8366-42F2-A56D-C4829B7B1CC5}" dt="2025-06-26T11:22:45.240" v="1509" actId="14100"/>
          <ac:picMkLst>
            <pc:docMk/>
            <pc:sldMk cId="3647361263" sldId="279"/>
            <ac:picMk id="4" creationId="{5D7D1ADC-9892-E874-89F0-DA8095FB82B1}"/>
          </ac:picMkLst>
        </pc:picChg>
        <pc:picChg chg="add del mod">
          <ac:chgData name="Reinhold Heinlein" userId="c5e5d61b-3817-4f51-a712-dcf8bfbff443" providerId="ADAL" clId="{E08987B9-8366-42F2-A56D-C4829B7B1CC5}" dt="2025-06-26T11:23:16.075" v="1511" actId="478"/>
          <ac:picMkLst>
            <pc:docMk/>
            <pc:sldMk cId="3647361263" sldId="279"/>
            <ac:picMk id="5" creationId="{1BEE74E8-8FA8-5C53-DD17-845087F1BEFC}"/>
          </ac:picMkLst>
        </pc:picChg>
        <pc:picChg chg="add mod">
          <ac:chgData name="Reinhold Heinlein" userId="c5e5d61b-3817-4f51-a712-dcf8bfbff443" providerId="ADAL" clId="{E08987B9-8366-42F2-A56D-C4829B7B1CC5}" dt="2025-06-26T11:27:13.767" v="1516" actId="14100"/>
          <ac:picMkLst>
            <pc:docMk/>
            <pc:sldMk cId="3647361263" sldId="279"/>
            <ac:picMk id="6" creationId="{B992488F-73BC-98E8-655E-19DFA28D9B73}"/>
          </ac:picMkLst>
        </pc:picChg>
      </pc:sldChg>
      <pc:sldChg chg="modSp add mod ord">
        <pc:chgData name="Reinhold Heinlein" userId="c5e5d61b-3817-4f51-a712-dcf8bfbff443" providerId="ADAL" clId="{E08987B9-8366-42F2-A56D-C4829B7B1CC5}" dt="2025-06-27T05:41:35.280" v="1735" actId="20577"/>
        <pc:sldMkLst>
          <pc:docMk/>
          <pc:sldMk cId="1899114647" sldId="280"/>
        </pc:sldMkLst>
        <pc:spChg chg="mod">
          <ac:chgData name="Reinhold Heinlein" userId="c5e5d61b-3817-4f51-a712-dcf8bfbff443" providerId="ADAL" clId="{E08987B9-8366-42F2-A56D-C4829B7B1CC5}" dt="2025-06-26T11:39:07.459" v="1712" actId="20577"/>
          <ac:spMkLst>
            <pc:docMk/>
            <pc:sldMk cId="1899114647" sldId="280"/>
            <ac:spMk id="2" creationId="{9614B255-3D99-A777-CD1D-0E77812E0DDD}"/>
          </ac:spMkLst>
        </pc:spChg>
        <pc:spChg chg="mod">
          <ac:chgData name="Reinhold Heinlein" userId="c5e5d61b-3817-4f51-a712-dcf8bfbff443" providerId="ADAL" clId="{E08987B9-8366-42F2-A56D-C4829B7B1CC5}" dt="2025-06-27T05:41:35.280" v="1735" actId="20577"/>
          <ac:spMkLst>
            <pc:docMk/>
            <pc:sldMk cId="1899114647" sldId="280"/>
            <ac:spMk id="3" creationId="{6DED9BF8-F179-0B12-4799-F30F0D9894E4}"/>
          </ac:spMkLst>
        </pc:spChg>
      </pc:sldChg>
      <pc:sldChg chg="del">
        <pc:chgData name="Reinhold Heinlein" userId="c5e5d61b-3817-4f51-a712-dcf8bfbff443" providerId="ADAL" clId="{E08987B9-8366-42F2-A56D-C4829B7B1CC5}" dt="2025-06-26T09:14:38.269" v="61" actId="47"/>
        <pc:sldMkLst>
          <pc:docMk/>
          <pc:sldMk cId="2646066512" sldId="280"/>
        </pc:sldMkLst>
      </pc:sldChg>
      <pc:sldChg chg="modSp add mod">
        <pc:chgData name="Reinhold Heinlein" userId="c5e5d61b-3817-4f51-a712-dcf8bfbff443" providerId="ADAL" clId="{E08987B9-8366-42F2-A56D-C4829B7B1CC5}" dt="2025-06-27T05:45:03.480" v="1789" actId="20577"/>
        <pc:sldMkLst>
          <pc:docMk/>
          <pc:sldMk cId="2343749125" sldId="281"/>
        </pc:sldMkLst>
        <pc:spChg chg="mod">
          <ac:chgData name="Reinhold Heinlein" userId="c5e5d61b-3817-4f51-a712-dcf8bfbff443" providerId="ADAL" clId="{E08987B9-8366-42F2-A56D-C4829B7B1CC5}" dt="2025-06-27T05:45:03.480" v="1789" actId="20577"/>
          <ac:spMkLst>
            <pc:docMk/>
            <pc:sldMk cId="2343749125" sldId="281"/>
            <ac:spMk id="3" creationId="{1A1408DA-D5EC-BFA0-F7BD-694F45DB2788}"/>
          </ac:spMkLst>
        </pc:spChg>
      </pc:sldChg>
      <pc:sldChg chg="del">
        <pc:chgData name="Reinhold Heinlein" userId="c5e5d61b-3817-4f51-a712-dcf8bfbff443" providerId="ADAL" clId="{E08987B9-8366-42F2-A56D-C4829B7B1CC5}" dt="2025-06-26T09:14:38.724" v="62" actId="47"/>
        <pc:sldMkLst>
          <pc:docMk/>
          <pc:sldMk cId="3708678275" sldId="281"/>
        </pc:sldMkLst>
      </pc:sldChg>
      <pc:sldChg chg="del">
        <pc:chgData name="Reinhold Heinlein" userId="c5e5d61b-3817-4f51-a712-dcf8bfbff443" providerId="ADAL" clId="{E08987B9-8366-42F2-A56D-C4829B7B1CC5}" dt="2025-06-26T09:14:39.804" v="63" actId="47"/>
        <pc:sldMkLst>
          <pc:docMk/>
          <pc:sldMk cId="2712468503" sldId="282"/>
        </pc:sldMkLst>
      </pc:sldChg>
      <pc:sldChg chg="modSp add mod">
        <pc:chgData name="Reinhold Heinlein" userId="c5e5d61b-3817-4f51-a712-dcf8bfbff443" providerId="ADAL" clId="{E08987B9-8366-42F2-A56D-C4829B7B1CC5}" dt="2025-06-27T06:00:18.518" v="1991" actId="20577"/>
        <pc:sldMkLst>
          <pc:docMk/>
          <pc:sldMk cId="3245354590" sldId="282"/>
        </pc:sldMkLst>
        <pc:spChg chg="mod">
          <ac:chgData name="Reinhold Heinlein" userId="c5e5d61b-3817-4f51-a712-dcf8bfbff443" providerId="ADAL" clId="{E08987B9-8366-42F2-A56D-C4829B7B1CC5}" dt="2025-06-27T06:00:18.518" v="1991" actId="20577"/>
          <ac:spMkLst>
            <pc:docMk/>
            <pc:sldMk cId="3245354590" sldId="282"/>
            <ac:spMk id="3" creationId="{85BE2CCA-181E-7A1F-975C-C520366FE15B}"/>
          </ac:spMkLst>
        </pc:spChg>
      </pc:sldChg>
      <pc:sldChg chg="modSp add mod">
        <pc:chgData name="Reinhold Heinlein" userId="c5e5d61b-3817-4f51-a712-dcf8bfbff443" providerId="ADAL" clId="{E08987B9-8366-42F2-A56D-C4829B7B1CC5}" dt="2025-06-27T06:10:14.362" v="2070" actId="20577"/>
        <pc:sldMkLst>
          <pc:docMk/>
          <pc:sldMk cId="1201190592" sldId="283"/>
        </pc:sldMkLst>
        <pc:spChg chg="mod">
          <ac:chgData name="Reinhold Heinlein" userId="c5e5d61b-3817-4f51-a712-dcf8bfbff443" providerId="ADAL" clId="{E08987B9-8366-42F2-A56D-C4829B7B1CC5}" dt="2025-06-27T06:02:48.391" v="2012" actId="20577"/>
          <ac:spMkLst>
            <pc:docMk/>
            <pc:sldMk cId="1201190592" sldId="283"/>
            <ac:spMk id="2" creationId="{8A5B67C1-946C-E4AC-12D1-C00ABAA5789B}"/>
          </ac:spMkLst>
        </pc:spChg>
        <pc:spChg chg="mod">
          <ac:chgData name="Reinhold Heinlein" userId="c5e5d61b-3817-4f51-a712-dcf8bfbff443" providerId="ADAL" clId="{E08987B9-8366-42F2-A56D-C4829B7B1CC5}" dt="2025-06-27T06:10:14.362" v="2070" actId="20577"/>
          <ac:spMkLst>
            <pc:docMk/>
            <pc:sldMk cId="1201190592" sldId="283"/>
            <ac:spMk id="3" creationId="{0DD6AD06-B14E-3A32-0C2A-4F783A906BAD}"/>
          </ac:spMkLst>
        </pc:spChg>
      </pc:sldChg>
      <pc:sldChg chg="del">
        <pc:chgData name="Reinhold Heinlein" userId="c5e5d61b-3817-4f51-a712-dcf8bfbff443" providerId="ADAL" clId="{E08987B9-8366-42F2-A56D-C4829B7B1CC5}" dt="2025-06-26T09:14:40.707" v="64" actId="47"/>
        <pc:sldMkLst>
          <pc:docMk/>
          <pc:sldMk cId="1379435583" sldId="283"/>
        </pc:sldMkLst>
      </pc:sldChg>
      <pc:sldChg chg="del">
        <pc:chgData name="Reinhold Heinlein" userId="c5e5d61b-3817-4f51-a712-dcf8bfbff443" providerId="ADAL" clId="{E08987B9-8366-42F2-A56D-C4829B7B1CC5}" dt="2025-06-26T09:14:28.212" v="55" actId="47"/>
        <pc:sldMkLst>
          <pc:docMk/>
          <pc:sldMk cId="4115030236" sldId="284"/>
        </pc:sldMkLst>
      </pc:sldChg>
      <pc:sldChg chg="addSp modSp add mod">
        <pc:chgData name="Reinhold Heinlein" userId="c5e5d61b-3817-4f51-a712-dcf8bfbff443" providerId="ADAL" clId="{E08987B9-8366-42F2-A56D-C4829B7B1CC5}" dt="2025-06-27T06:15:35.748" v="2106" actId="1076"/>
        <pc:sldMkLst>
          <pc:docMk/>
          <pc:sldMk cId="4254594305" sldId="284"/>
        </pc:sldMkLst>
        <pc:spChg chg="mod">
          <ac:chgData name="Reinhold Heinlein" userId="c5e5d61b-3817-4f51-a712-dcf8bfbff443" providerId="ADAL" clId="{E08987B9-8366-42F2-A56D-C4829B7B1CC5}" dt="2025-06-27T06:15:26.692" v="2103" actId="120"/>
          <ac:spMkLst>
            <pc:docMk/>
            <pc:sldMk cId="4254594305" sldId="284"/>
            <ac:spMk id="3" creationId="{7C108028-6EFB-C829-4591-3B641F047FA6}"/>
          </ac:spMkLst>
        </pc:spChg>
        <pc:picChg chg="add mod">
          <ac:chgData name="Reinhold Heinlein" userId="c5e5d61b-3817-4f51-a712-dcf8bfbff443" providerId="ADAL" clId="{E08987B9-8366-42F2-A56D-C4829B7B1CC5}" dt="2025-06-27T06:15:35.748" v="2106" actId="1076"/>
          <ac:picMkLst>
            <pc:docMk/>
            <pc:sldMk cId="4254594305" sldId="284"/>
            <ac:picMk id="4" creationId="{2BC13E39-6702-7BDF-CB51-A61331D585AA}"/>
          </ac:picMkLst>
        </pc:picChg>
      </pc:sldChg>
      <pc:sldChg chg="addSp modSp add mod ord">
        <pc:chgData name="Reinhold Heinlein" userId="c5e5d61b-3817-4f51-a712-dcf8bfbff443" providerId="ADAL" clId="{E08987B9-8366-42F2-A56D-C4829B7B1CC5}" dt="2025-06-27T06:25:37.406" v="2146" actId="14100"/>
        <pc:sldMkLst>
          <pc:docMk/>
          <pc:sldMk cId="1048457551" sldId="285"/>
        </pc:sldMkLst>
        <pc:spChg chg="mod">
          <ac:chgData name="Reinhold Heinlein" userId="c5e5d61b-3817-4f51-a712-dcf8bfbff443" providerId="ADAL" clId="{E08987B9-8366-42F2-A56D-C4829B7B1CC5}" dt="2025-06-27T06:21:26.957" v="2118" actId="20577"/>
          <ac:spMkLst>
            <pc:docMk/>
            <pc:sldMk cId="1048457551" sldId="285"/>
            <ac:spMk id="2" creationId="{5EECAB0A-6B01-AD3F-2473-1342F6B60585}"/>
          </ac:spMkLst>
        </pc:spChg>
        <pc:spChg chg="mod">
          <ac:chgData name="Reinhold Heinlein" userId="c5e5d61b-3817-4f51-a712-dcf8bfbff443" providerId="ADAL" clId="{E08987B9-8366-42F2-A56D-C4829B7B1CC5}" dt="2025-06-27T06:25:27.956" v="2145" actId="20577"/>
          <ac:spMkLst>
            <pc:docMk/>
            <pc:sldMk cId="1048457551" sldId="285"/>
            <ac:spMk id="3" creationId="{69FC5444-5F52-5090-EE19-79F2C081665C}"/>
          </ac:spMkLst>
        </pc:spChg>
        <pc:picChg chg="add mod">
          <ac:chgData name="Reinhold Heinlein" userId="c5e5d61b-3817-4f51-a712-dcf8bfbff443" providerId="ADAL" clId="{E08987B9-8366-42F2-A56D-C4829B7B1CC5}" dt="2025-06-27T06:25:37.406" v="2146" actId="14100"/>
          <ac:picMkLst>
            <pc:docMk/>
            <pc:sldMk cId="1048457551" sldId="285"/>
            <ac:picMk id="5" creationId="{0951884C-0F33-4FCF-F2BB-44392F7A4878}"/>
          </ac:picMkLst>
        </pc:picChg>
      </pc:sldChg>
      <pc:sldChg chg="del">
        <pc:chgData name="Reinhold Heinlein" userId="c5e5d61b-3817-4f51-a712-dcf8bfbff443" providerId="ADAL" clId="{E08987B9-8366-42F2-A56D-C4829B7B1CC5}" dt="2025-06-26T09:14:28.483" v="56" actId="47"/>
        <pc:sldMkLst>
          <pc:docMk/>
          <pc:sldMk cId="1794860354" sldId="285"/>
        </pc:sldMkLst>
      </pc:sldChg>
      <pc:sldChg chg="addSp modSp add mod ord">
        <pc:chgData name="Reinhold Heinlein" userId="c5e5d61b-3817-4f51-a712-dcf8bfbff443" providerId="ADAL" clId="{E08987B9-8366-42F2-A56D-C4829B7B1CC5}" dt="2025-06-27T06:36:49.582" v="2276" actId="14100"/>
        <pc:sldMkLst>
          <pc:docMk/>
          <pc:sldMk cId="1478026004" sldId="286"/>
        </pc:sldMkLst>
        <pc:spChg chg="mod">
          <ac:chgData name="Reinhold Heinlein" userId="c5e5d61b-3817-4f51-a712-dcf8bfbff443" providerId="ADAL" clId="{E08987B9-8366-42F2-A56D-C4829B7B1CC5}" dt="2025-06-27T06:31:56.935" v="2206" actId="20577"/>
          <ac:spMkLst>
            <pc:docMk/>
            <pc:sldMk cId="1478026004" sldId="286"/>
            <ac:spMk id="2" creationId="{D3F28642-714E-955B-C245-3D621AFA185F}"/>
          </ac:spMkLst>
        </pc:spChg>
        <pc:spChg chg="mod">
          <ac:chgData name="Reinhold Heinlein" userId="c5e5d61b-3817-4f51-a712-dcf8bfbff443" providerId="ADAL" clId="{E08987B9-8366-42F2-A56D-C4829B7B1CC5}" dt="2025-06-27T06:35:59.658" v="2273" actId="20577"/>
          <ac:spMkLst>
            <pc:docMk/>
            <pc:sldMk cId="1478026004" sldId="286"/>
            <ac:spMk id="3" creationId="{D7569571-AFD4-AAF1-8E1E-5FE5D543CBDF}"/>
          </ac:spMkLst>
        </pc:spChg>
        <pc:picChg chg="add mod">
          <ac:chgData name="Reinhold Heinlein" userId="c5e5d61b-3817-4f51-a712-dcf8bfbff443" providerId="ADAL" clId="{E08987B9-8366-42F2-A56D-C4829B7B1CC5}" dt="2025-06-27T06:36:49.582" v="2276" actId="14100"/>
          <ac:picMkLst>
            <pc:docMk/>
            <pc:sldMk cId="1478026004" sldId="286"/>
            <ac:picMk id="4" creationId="{F5885196-BE37-4CC8-3AC5-660D4194C4DA}"/>
          </ac:picMkLst>
        </pc:picChg>
      </pc:sldChg>
      <pc:sldChg chg="del">
        <pc:chgData name="Reinhold Heinlein" userId="c5e5d61b-3817-4f51-a712-dcf8bfbff443" providerId="ADAL" clId="{E08987B9-8366-42F2-A56D-C4829B7B1CC5}" dt="2025-06-26T09:14:28.706" v="57" actId="47"/>
        <pc:sldMkLst>
          <pc:docMk/>
          <pc:sldMk cId="4206327208" sldId="286"/>
        </pc:sldMkLst>
      </pc:sldChg>
      <pc:sldChg chg="addSp delSp modSp add mod">
        <pc:chgData name="Reinhold Heinlein" userId="c5e5d61b-3817-4f51-a712-dcf8bfbff443" providerId="ADAL" clId="{E08987B9-8366-42F2-A56D-C4829B7B1CC5}" dt="2025-06-27T06:39:15.938" v="2327" actId="20577"/>
        <pc:sldMkLst>
          <pc:docMk/>
          <pc:sldMk cId="1420249268" sldId="287"/>
        </pc:sldMkLst>
        <pc:spChg chg="mod">
          <ac:chgData name="Reinhold Heinlein" userId="c5e5d61b-3817-4f51-a712-dcf8bfbff443" providerId="ADAL" clId="{E08987B9-8366-42F2-A56D-C4829B7B1CC5}" dt="2025-06-27T06:38:04.230" v="2284" actId="20577"/>
          <ac:spMkLst>
            <pc:docMk/>
            <pc:sldMk cId="1420249268" sldId="287"/>
            <ac:spMk id="2" creationId="{AAEBA45E-CBA3-5177-8BD8-D5A42471301A}"/>
          </ac:spMkLst>
        </pc:spChg>
        <pc:spChg chg="mod">
          <ac:chgData name="Reinhold Heinlein" userId="c5e5d61b-3817-4f51-a712-dcf8bfbff443" providerId="ADAL" clId="{E08987B9-8366-42F2-A56D-C4829B7B1CC5}" dt="2025-06-27T06:39:15.938" v="2327" actId="20577"/>
          <ac:spMkLst>
            <pc:docMk/>
            <pc:sldMk cId="1420249268" sldId="287"/>
            <ac:spMk id="3" creationId="{D91F3005-6BE4-6B64-B3ED-F16B5B411E37}"/>
          </ac:spMkLst>
        </pc:spChg>
        <pc:picChg chg="del">
          <ac:chgData name="Reinhold Heinlein" userId="c5e5d61b-3817-4f51-a712-dcf8bfbff443" providerId="ADAL" clId="{E08987B9-8366-42F2-A56D-C4829B7B1CC5}" dt="2025-06-27T06:38:10.589" v="2285" actId="478"/>
          <ac:picMkLst>
            <pc:docMk/>
            <pc:sldMk cId="1420249268" sldId="287"/>
            <ac:picMk id="4" creationId="{BA87B542-561C-0B53-0F8D-8083D207E39C}"/>
          </ac:picMkLst>
        </pc:picChg>
        <pc:picChg chg="add mod">
          <ac:chgData name="Reinhold Heinlein" userId="c5e5d61b-3817-4f51-a712-dcf8bfbff443" providerId="ADAL" clId="{E08987B9-8366-42F2-A56D-C4829B7B1CC5}" dt="2025-06-27T06:38:54.307" v="2291" actId="1076"/>
          <ac:picMkLst>
            <pc:docMk/>
            <pc:sldMk cId="1420249268" sldId="287"/>
            <ac:picMk id="5" creationId="{7946AAD0-5E64-2D6F-48A2-DB329BA98748}"/>
          </ac:picMkLst>
        </pc:picChg>
      </pc:sldChg>
      <pc:sldChg chg="delSp modSp add mod">
        <pc:chgData name="Reinhold Heinlein" userId="c5e5d61b-3817-4f51-a712-dcf8bfbff443" providerId="ADAL" clId="{E08987B9-8366-42F2-A56D-C4829B7B1CC5}" dt="2025-06-27T06:43:53.410" v="2411" actId="20577"/>
        <pc:sldMkLst>
          <pc:docMk/>
          <pc:sldMk cId="655832016" sldId="288"/>
        </pc:sldMkLst>
        <pc:spChg chg="mod">
          <ac:chgData name="Reinhold Heinlein" userId="c5e5d61b-3817-4f51-a712-dcf8bfbff443" providerId="ADAL" clId="{E08987B9-8366-42F2-A56D-C4829B7B1CC5}" dt="2025-06-27T06:43:53.410" v="2411" actId="20577"/>
          <ac:spMkLst>
            <pc:docMk/>
            <pc:sldMk cId="655832016" sldId="288"/>
            <ac:spMk id="3" creationId="{6B9D9C58-4641-E46C-D3A5-0980B03BAFB8}"/>
          </ac:spMkLst>
        </pc:spChg>
        <pc:picChg chg="del">
          <ac:chgData name="Reinhold Heinlein" userId="c5e5d61b-3817-4f51-a712-dcf8bfbff443" providerId="ADAL" clId="{E08987B9-8366-42F2-A56D-C4829B7B1CC5}" dt="2025-06-27T06:39:59.674" v="2329" actId="478"/>
          <ac:picMkLst>
            <pc:docMk/>
            <pc:sldMk cId="655832016" sldId="288"/>
            <ac:picMk id="5" creationId="{90182238-8082-233E-1A17-B1B9E86CF9FB}"/>
          </ac:picMkLst>
        </pc:picChg>
      </pc:sldChg>
      <pc:sldChg chg="del">
        <pc:chgData name="Reinhold Heinlein" userId="c5e5d61b-3817-4f51-a712-dcf8bfbff443" providerId="ADAL" clId="{E08987B9-8366-42F2-A56D-C4829B7B1CC5}" dt="2025-06-26T09:14:29.072" v="58" actId="47"/>
        <pc:sldMkLst>
          <pc:docMk/>
          <pc:sldMk cId="2364485456" sldId="288"/>
        </pc:sldMkLst>
      </pc:sldChg>
      <pc:sldChg chg="addSp modSp add mod">
        <pc:chgData name="Reinhold Heinlein" userId="c5e5d61b-3817-4f51-a712-dcf8bfbff443" providerId="ADAL" clId="{E08987B9-8366-42F2-A56D-C4829B7B1CC5}" dt="2025-06-27T06:51:07.949" v="2526"/>
        <pc:sldMkLst>
          <pc:docMk/>
          <pc:sldMk cId="787929623" sldId="289"/>
        </pc:sldMkLst>
        <pc:spChg chg="mod">
          <ac:chgData name="Reinhold Heinlein" userId="c5e5d61b-3817-4f51-a712-dcf8bfbff443" providerId="ADAL" clId="{E08987B9-8366-42F2-A56D-C4829B7B1CC5}" dt="2025-06-27T06:45:37.025" v="2437" actId="20577"/>
          <ac:spMkLst>
            <pc:docMk/>
            <pc:sldMk cId="787929623" sldId="289"/>
            <ac:spMk id="2" creationId="{46E4F3E8-BBB3-DC07-944C-7947E13F1B06}"/>
          </ac:spMkLst>
        </pc:spChg>
        <pc:spChg chg="mod">
          <ac:chgData name="Reinhold Heinlein" userId="c5e5d61b-3817-4f51-a712-dcf8bfbff443" providerId="ADAL" clId="{E08987B9-8366-42F2-A56D-C4829B7B1CC5}" dt="2025-06-27T06:51:07.949" v="2526"/>
          <ac:spMkLst>
            <pc:docMk/>
            <pc:sldMk cId="787929623" sldId="289"/>
            <ac:spMk id="3" creationId="{D949D21D-1A3A-DA69-0920-1C693898EC05}"/>
          </ac:spMkLst>
        </pc:spChg>
        <pc:picChg chg="add mod">
          <ac:chgData name="Reinhold Heinlein" userId="c5e5d61b-3817-4f51-a712-dcf8bfbff443" providerId="ADAL" clId="{E08987B9-8366-42F2-A56D-C4829B7B1CC5}" dt="2025-06-27T06:50:06.706" v="2523" actId="14100"/>
          <ac:picMkLst>
            <pc:docMk/>
            <pc:sldMk cId="787929623" sldId="289"/>
            <ac:picMk id="4" creationId="{41689C85-41EC-E722-9176-DEED0F3B6808}"/>
          </ac:picMkLst>
        </pc:picChg>
      </pc:sldChg>
      <pc:sldChg chg="del">
        <pc:chgData name="Reinhold Heinlein" userId="c5e5d61b-3817-4f51-a712-dcf8bfbff443" providerId="ADAL" clId="{E08987B9-8366-42F2-A56D-C4829B7B1CC5}" dt="2025-06-26T09:14:22.063" v="51" actId="47"/>
        <pc:sldMkLst>
          <pc:docMk/>
          <pc:sldMk cId="1684746244" sldId="289"/>
        </pc:sldMkLst>
      </pc:sldChg>
      <pc:sldChg chg="del">
        <pc:chgData name="Reinhold Heinlein" userId="c5e5d61b-3817-4f51-a712-dcf8bfbff443" providerId="ADAL" clId="{E08987B9-8366-42F2-A56D-C4829B7B1CC5}" dt="2025-06-26T09:14:23.419" v="52" actId="47"/>
        <pc:sldMkLst>
          <pc:docMk/>
          <pc:sldMk cId="1720923428" sldId="290"/>
        </pc:sldMkLst>
      </pc:sldChg>
      <pc:sldChg chg="del">
        <pc:chgData name="Reinhold Heinlein" userId="c5e5d61b-3817-4f51-a712-dcf8bfbff443" providerId="ADAL" clId="{E08987B9-8366-42F2-A56D-C4829B7B1CC5}" dt="2025-06-26T09:14:24.560" v="53" actId="47"/>
        <pc:sldMkLst>
          <pc:docMk/>
          <pc:sldMk cId="2059240468" sldId="291"/>
        </pc:sldMkLst>
      </pc:sldChg>
      <pc:sldChg chg="del">
        <pc:chgData name="Reinhold Heinlein" userId="c5e5d61b-3817-4f51-a712-dcf8bfbff443" providerId="ADAL" clId="{E08987B9-8366-42F2-A56D-C4829B7B1CC5}" dt="2025-06-26T09:14:27.988" v="54" actId="47"/>
        <pc:sldMkLst>
          <pc:docMk/>
          <pc:sldMk cId="2919216426" sldId="292"/>
        </pc:sldMkLst>
      </pc:sldChg>
    </pc:docChg>
  </pc:docChgLst>
  <pc:docChgLst>
    <pc:chgData name="Reinhold Heinlein" userId="c5e5d61b-3817-4f51-a712-dcf8bfbff443" providerId="ADAL" clId="{2810CC7D-97AB-403A-9E02-C7CB57E724EA}"/>
    <pc:docChg chg="undo custSel addSld delSld modSld sldOrd">
      <pc:chgData name="Reinhold Heinlein" userId="c5e5d61b-3817-4f51-a712-dcf8bfbff443" providerId="ADAL" clId="{2810CC7D-97AB-403A-9E02-C7CB57E724EA}" dt="2025-06-17T10:16:47.023" v="4533" actId="20577"/>
      <pc:docMkLst>
        <pc:docMk/>
      </pc:docMkLst>
      <pc:sldChg chg="modSp mod">
        <pc:chgData name="Reinhold Heinlein" userId="c5e5d61b-3817-4f51-a712-dcf8bfbff443" providerId="ADAL" clId="{2810CC7D-97AB-403A-9E02-C7CB57E724EA}" dt="2025-06-16T11:16:07.543" v="10" actId="20577"/>
        <pc:sldMkLst>
          <pc:docMk/>
          <pc:sldMk cId="371339850" sldId="256"/>
        </pc:sldMkLst>
        <pc:spChg chg="mod">
          <ac:chgData name="Reinhold Heinlein" userId="c5e5d61b-3817-4f51-a712-dcf8bfbff443" providerId="ADAL" clId="{2810CC7D-97AB-403A-9E02-C7CB57E724EA}" dt="2025-06-16T11:15:56.735" v="1" actId="20577"/>
          <ac:spMkLst>
            <pc:docMk/>
            <pc:sldMk cId="371339850" sldId="256"/>
            <ac:spMk id="2" creationId="{27F129AE-110C-40B7-9DF3-A4A07ADFD71E}"/>
          </ac:spMkLst>
        </pc:spChg>
        <pc:spChg chg="mod">
          <ac:chgData name="Reinhold Heinlein" userId="c5e5d61b-3817-4f51-a712-dcf8bfbff443" providerId="ADAL" clId="{2810CC7D-97AB-403A-9E02-C7CB57E724EA}" dt="2025-06-16T11:16:07.543" v="10" actId="20577"/>
          <ac:spMkLst>
            <pc:docMk/>
            <pc:sldMk cId="371339850" sldId="256"/>
            <ac:spMk id="6" creationId="{8261A58E-4331-43B5-A70A-203EF9F254A4}"/>
          </ac:spMkLst>
        </pc:spChg>
      </pc:sldChg>
      <pc:sldChg chg="modSp mod">
        <pc:chgData name="Reinhold Heinlein" userId="c5e5d61b-3817-4f51-a712-dcf8bfbff443" providerId="ADAL" clId="{2810CC7D-97AB-403A-9E02-C7CB57E724EA}" dt="2025-06-17T10:15:35.592" v="4524" actId="5793"/>
        <pc:sldMkLst>
          <pc:docMk/>
          <pc:sldMk cId="2884623810" sldId="258"/>
        </pc:sldMkLst>
        <pc:spChg chg="mod">
          <ac:chgData name="Reinhold Heinlein" userId="c5e5d61b-3817-4f51-a712-dcf8bfbff443" providerId="ADAL" clId="{2810CC7D-97AB-403A-9E02-C7CB57E724EA}" dt="2025-06-17T10:15:35.592" v="4524" actId="5793"/>
          <ac:spMkLst>
            <pc:docMk/>
            <pc:sldMk cId="2884623810" sldId="258"/>
            <ac:spMk id="3" creationId="{67A63DF7-30A5-4CDB-B2AD-10BDF696FBA6}"/>
          </ac:spMkLst>
        </pc:spChg>
      </pc:sldChg>
      <pc:sldChg chg="modSp mod">
        <pc:chgData name="Reinhold Heinlein" userId="c5e5d61b-3817-4f51-a712-dcf8bfbff443" providerId="ADAL" clId="{2810CC7D-97AB-403A-9E02-C7CB57E724EA}" dt="2025-06-16T13:52:24.790" v="1662" actId="20577"/>
        <pc:sldMkLst>
          <pc:docMk/>
          <pc:sldMk cId="1363191569" sldId="271"/>
        </pc:sldMkLst>
      </pc:sldChg>
      <pc:sldChg chg="delSp modSp mod">
        <pc:chgData name="Reinhold Heinlein" userId="c5e5d61b-3817-4f51-a712-dcf8bfbff443" providerId="ADAL" clId="{2810CC7D-97AB-403A-9E02-C7CB57E724EA}" dt="2025-06-16T13:04:11.179" v="762" actId="12"/>
        <pc:sldMkLst>
          <pc:docMk/>
          <pc:sldMk cId="3651346321" sldId="273"/>
        </pc:sldMkLst>
        <pc:spChg chg="mod">
          <ac:chgData name="Reinhold Heinlein" userId="c5e5d61b-3817-4f51-a712-dcf8bfbff443" providerId="ADAL" clId="{2810CC7D-97AB-403A-9E02-C7CB57E724EA}" dt="2025-06-16T12:54:24.267" v="270" actId="20577"/>
          <ac:spMkLst>
            <pc:docMk/>
            <pc:sldMk cId="3651346321" sldId="273"/>
            <ac:spMk id="2" creationId="{BAB7C48C-C56A-6447-6B9C-807BB7B444E8}"/>
          </ac:spMkLst>
        </pc:spChg>
        <pc:spChg chg="mod">
          <ac:chgData name="Reinhold Heinlein" userId="c5e5d61b-3817-4f51-a712-dcf8bfbff443" providerId="ADAL" clId="{2810CC7D-97AB-403A-9E02-C7CB57E724EA}" dt="2025-06-16T13:04:11.179" v="762" actId="12"/>
          <ac:spMkLst>
            <pc:docMk/>
            <pc:sldMk cId="3651346321" sldId="273"/>
            <ac:spMk id="3" creationId="{5AEB033B-BA17-A349-74FA-C2EEC4D02ACA}"/>
          </ac:spMkLst>
        </pc:spChg>
      </pc:sldChg>
      <pc:sldChg chg="del">
        <pc:chgData name="Reinhold Heinlein" userId="c5e5d61b-3817-4f51-a712-dcf8bfbff443" providerId="ADAL" clId="{2810CC7D-97AB-403A-9E02-C7CB57E724EA}" dt="2025-06-16T13:50:35.120" v="1484" actId="47"/>
        <pc:sldMkLst>
          <pc:docMk/>
          <pc:sldMk cId="3582738935" sldId="309"/>
        </pc:sldMkLst>
      </pc:sldChg>
      <pc:sldChg chg="del">
        <pc:chgData name="Reinhold Heinlein" userId="c5e5d61b-3817-4f51-a712-dcf8bfbff443" providerId="ADAL" clId="{2810CC7D-97AB-403A-9E02-C7CB57E724EA}" dt="2025-06-16T13:50:40.082" v="1485" actId="47"/>
        <pc:sldMkLst>
          <pc:docMk/>
          <pc:sldMk cId="768144150" sldId="310"/>
        </pc:sldMkLst>
      </pc:sldChg>
      <pc:sldChg chg="del">
        <pc:chgData name="Reinhold Heinlein" userId="c5e5d61b-3817-4f51-a712-dcf8bfbff443" providerId="ADAL" clId="{2810CC7D-97AB-403A-9E02-C7CB57E724EA}" dt="2025-06-16T13:50:41.385" v="1486" actId="47"/>
        <pc:sldMkLst>
          <pc:docMk/>
          <pc:sldMk cId="2227512410" sldId="311"/>
        </pc:sldMkLst>
      </pc:sldChg>
      <pc:sldChg chg="del">
        <pc:chgData name="Reinhold Heinlein" userId="c5e5d61b-3817-4f51-a712-dcf8bfbff443" providerId="ADAL" clId="{2810CC7D-97AB-403A-9E02-C7CB57E724EA}" dt="2025-06-16T13:50:42.472" v="1487" actId="47"/>
        <pc:sldMkLst>
          <pc:docMk/>
          <pc:sldMk cId="2178000082" sldId="312"/>
        </pc:sldMkLst>
      </pc:sldChg>
      <pc:sldChg chg="del">
        <pc:chgData name="Reinhold Heinlein" userId="c5e5d61b-3817-4f51-a712-dcf8bfbff443" providerId="ADAL" clId="{2810CC7D-97AB-403A-9E02-C7CB57E724EA}" dt="2025-06-16T13:50:43.112" v="1488" actId="47"/>
        <pc:sldMkLst>
          <pc:docMk/>
          <pc:sldMk cId="2189301383" sldId="313"/>
        </pc:sldMkLst>
      </pc:sldChg>
      <pc:sldChg chg="del">
        <pc:chgData name="Reinhold Heinlein" userId="c5e5d61b-3817-4f51-a712-dcf8bfbff443" providerId="ADAL" clId="{2810CC7D-97AB-403A-9E02-C7CB57E724EA}" dt="2025-06-16T13:50:43.569" v="1489" actId="47"/>
        <pc:sldMkLst>
          <pc:docMk/>
          <pc:sldMk cId="1690705445" sldId="314"/>
        </pc:sldMkLst>
      </pc:sldChg>
      <pc:sldChg chg="del">
        <pc:chgData name="Reinhold Heinlein" userId="c5e5d61b-3817-4f51-a712-dcf8bfbff443" providerId="ADAL" clId="{2810CC7D-97AB-403A-9E02-C7CB57E724EA}" dt="2025-06-16T13:50:44.131" v="1490" actId="47"/>
        <pc:sldMkLst>
          <pc:docMk/>
          <pc:sldMk cId="2274016647" sldId="315"/>
        </pc:sldMkLst>
      </pc:sldChg>
      <pc:sldChg chg="del">
        <pc:chgData name="Reinhold Heinlein" userId="c5e5d61b-3817-4f51-a712-dcf8bfbff443" providerId="ADAL" clId="{2810CC7D-97AB-403A-9E02-C7CB57E724EA}" dt="2025-06-16T13:50:44.654" v="1491" actId="47"/>
        <pc:sldMkLst>
          <pc:docMk/>
          <pc:sldMk cId="400477789" sldId="316"/>
        </pc:sldMkLst>
      </pc:sldChg>
      <pc:sldChg chg="del">
        <pc:chgData name="Reinhold Heinlein" userId="c5e5d61b-3817-4f51-a712-dcf8bfbff443" providerId="ADAL" clId="{2810CC7D-97AB-403A-9E02-C7CB57E724EA}" dt="2025-06-16T13:50:45.111" v="1492" actId="47"/>
        <pc:sldMkLst>
          <pc:docMk/>
          <pc:sldMk cId="3556403888" sldId="317"/>
        </pc:sldMkLst>
      </pc:sldChg>
      <pc:sldChg chg="del">
        <pc:chgData name="Reinhold Heinlein" userId="c5e5d61b-3817-4f51-a712-dcf8bfbff443" providerId="ADAL" clId="{2810CC7D-97AB-403A-9E02-C7CB57E724EA}" dt="2025-06-16T13:50:45.742" v="1493" actId="47"/>
        <pc:sldMkLst>
          <pc:docMk/>
          <pc:sldMk cId="104194985" sldId="318"/>
        </pc:sldMkLst>
      </pc:sldChg>
      <pc:sldChg chg="del">
        <pc:chgData name="Reinhold Heinlein" userId="c5e5d61b-3817-4f51-a712-dcf8bfbff443" providerId="ADAL" clId="{2810CC7D-97AB-403A-9E02-C7CB57E724EA}" dt="2025-06-16T13:50:46.465" v="1494" actId="47"/>
        <pc:sldMkLst>
          <pc:docMk/>
          <pc:sldMk cId="1571714124" sldId="319"/>
        </pc:sldMkLst>
      </pc:sldChg>
      <pc:sldChg chg="del">
        <pc:chgData name="Reinhold Heinlein" userId="c5e5d61b-3817-4f51-a712-dcf8bfbff443" providerId="ADAL" clId="{2810CC7D-97AB-403A-9E02-C7CB57E724EA}" dt="2025-06-16T13:50:46.942" v="1495" actId="47"/>
        <pc:sldMkLst>
          <pc:docMk/>
          <pc:sldMk cId="996790948" sldId="320"/>
        </pc:sldMkLst>
      </pc:sldChg>
      <pc:sldChg chg="del">
        <pc:chgData name="Reinhold Heinlein" userId="c5e5d61b-3817-4f51-a712-dcf8bfbff443" providerId="ADAL" clId="{2810CC7D-97AB-403A-9E02-C7CB57E724EA}" dt="2025-06-16T13:50:47.496" v="1496" actId="47"/>
        <pc:sldMkLst>
          <pc:docMk/>
          <pc:sldMk cId="1352107890" sldId="321"/>
        </pc:sldMkLst>
      </pc:sldChg>
      <pc:sldChg chg="del">
        <pc:chgData name="Reinhold Heinlein" userId="c5e5d61b-3817-4f51-a712-dcf8bfbff443" providerId="ADAL" clId="{2810CC7D-97AB-403A-9E02-C7CB57E724EA}" dt="2025-06-16T13:50:48.086" v="1497" actId="47"/>
        <pc:sldMkLst>
          <pc:docMk/>
          <pc:sldMk cId="3806560627" sldId="322"/>
        </pc:sldMkLst>
      </pc:sldChg>
      <pc:sldChg chg="del">
        <pc:chgData name="Reinhold Heinlein" userId="c5e5d61b-3817-4f51-a712-dcf8bfbff443" providerId="ADAL" clId="{2810CC7D-97AB-403A-9E02-C7CB57E724EA}" dt="2025-06-16T13:50:49.423" v="1498" actId="47"/>
        <pc:sldMkLst>
          <pc:docMk/>
          <pc:sldMk cId="496113356" sldId="323"/>
        </pc:sldMkLst>
      </pc:sldChg>
      <pc:sldChg chg="modSp add mod">
        <pc:chgData name="Reinhold Heinlein" userId="c5e5d61b-3817-4f51-a712-dcf8bfbff443" providerId="ADAL" clId="{2810CC7D-97AB-403A-9E02-C7CB57E724EA}" dt="2025-06-16T13:30:22.548" v="1170" actId="20577"/>
        <pc:sldMkLst>
          <pc:docMk/>
          <pc:sldMk cId="501659311" sldId="324"/>
        </pc:sldMkLst>
      </pc:sldChg>
      <pc:sldChg chg="modSp add mod">
        <pc:chgData name="Reinhold Heinlein" userId="c5e5d61b-3817-4f51-a712-dcf8bfbff443" providerId="ADAL" clId="{2810CC7D-97AB-403A-9E02-C7CB57E724EA}" dt="2025-06-16T14:11:13.624" v="1684" actId="20577"/>
        <pc:sldMkLst>
          <pc:docMk/>
          <pc:sldMk cId="1900873510" sldId="325"/>
        </pc:sldMkLst>
      </pc:sldChg>
      <pc:sldChg chg="modSp add mod">
        <pc:chgData name="Reinhold Heinlein" userId="c5e5d61b-3817-4f51-a712-dcf8bfbff443" providerId="ADAL" clId="{2810CC7D-97AB-403A-9E02-C7CB57E724EA}" dt="2025-06-17T07:39:50.364" v="2036" actId="20577"/>
        <pc:sldMkLst>
          <pc:docMk/>
          <pc:sldMk cId="2719714842" sldId="326"/>
        </pc:sldMkLst>
      </pc:sldChg>
      <pc:sldChg chg="addSp delSp modSp add mod">
        <pc:chgData name="Reinhold Heinlein" userId="c5e5d61b-3817-4f51-a712-dcf8bfbff443" providerId="ADAL" clId="{2810CC7D-97AB-403A-9E02-C7CB57E724EA}" dt="2025-06-17T07:46:39.310" v="2372" actId="20577"/>
        <pc:sldMkLst>
          <pc:docMk/>
          <pc:sldMk cId="2756305870" sldId="327"/>
        </pc:sldMkLst>
      </pc:sldChg>
      <pc:sldChg chg="modSp add mod ord">
        <pc:chgData name="Reinhold Heinlein" userId="c5e5d61b-3817-4f51-a712-dcf8bfbff443" providerId="ADAL" clId="{2810CC7D-97AB-403A-9E02-C7CB57E724EA}" dt="2025-06-17T10:16:47.023" v="4533" actId="20577"/>
        <pc:sldMkLst>
          <pc:docMk/>
          <pc:sldMk cId="1377623855" sldId="328"/>
        </pc:sldMkLst>
      </pc:sldChg>
      <pc:sldChg chg="modSp add mod">
        <pc:chgData name="Reinhold Heinlein" userId="c5e5d61b-3817-4f51-a712-dcf8bfbff443" providerId="ADAL" clId="{2810CC7D-97AB-403A-9E02-C7CB57E724EA}" dt="2025-06-17T08:12:00.768" v="3031" actId="20577"/>
        <pc:sldMkLst>
          <pc:docMk/>
          <pc:sldMk cId="4054621891" sldId="329"/>
        </pc:sldMkLst>
      </pc:sldChg>
      <pc:sldChg chg="modSp add mod">
        <pc:chgData name="Reinhold Heinlein" userId="c5e5d61b-3817-4f51-a712-dcf8bfbff443" providerId="ADAL" clId="{2810CC7D-97AB-403A-9E02-C7CB57E724EA}" dt="2025-06-17T08:40:19.865" v="3293" actId="113"/>
        <pc:sldMkLst>
          <pc:docMk/>
          <pc:sldMk cId="964645156" sldId="330"/>
        </pc:sldMkLst>
      </pc:sldChg>
      <pc:sldChg chg="modSp add mod">
        <pc:chgData name="Reinhold Heinlein" userId="c5e5d61b-3817-4f51-a712-dcf8bfbff443" providerId="ADAL" clId="{2810CC7D-97AB-403A-9E02-C7CB57E724EA}" dt="2025-06-17T08:48:42.277" v="3430" actId="20577"/>
        <pc:sldMkLst>
          <pc:docMk/>
          <pc:sldMk cId="2936980827" sldId="331"/>
        </pc:sldMkLst>
      </pc:sldChg>
      <pc:sldChg chg="modSp add mod">
        <pc:chgData name="Reinhold Heinlein" userId="c5e5d61b-3817-4f51-a712-dcf8bfbff443" providerId="ADAL" clId="{2810CC7D-97AB-403A-9E02-C7CB57E724EA}" dt="2025-06-17T08:56:25.219" v="3499" actId="255"/>
        <pc:sldMkLst>
          <pc:docMk/>
          <pc:sldMk cId="3552782920" sldId="332"/>
        </pc:sldMkLst>
      </pc:sldChg>
      <pc:sldChg chg="modSp add mod">
        <pc:chgData name="Reinhold Heinlein" userId="c5e5d61b-3817-4f51-a712-dcf8bfbff443" providerId="ADAL" clId="{2810CC7D-97AB-403A-9E02-C7CB57E724EA}" dt="2025-06-17T09:01:24.436" v="3560" actId="20577"/>
        <pc:sldMkLst>
          <pc:docMk/>
          <pc:sldMk cId="905114315" sldId="333"/>
        </pc:sldMkLst>
      </pc:sldChg>
      <pc:sldChg chg="modSp add mod">
        <pc:chgData name="Reinhold Heinlein" userId="c5e5d61b-3817-4f51-a712-dcf8bfbff443" providerId="ADAL" clId="{2810CC7D-97AB-403A-9E02-C7CB57E724EA}" dt="2025-06-17T09:10:01.450" v="3643" actId="5793"/>
        <pc:sldMkLst>
          <pc:docMk/>
          <pc:sldMk cId="2853713050" sldId="334"/>
        </pc:sldMkLst>
      </pc:sldChg>
      <pc:sldChg chg="addSp modSp add mod">
        <pc:chgData name="Reinhold Heinlein" userId="c5e5d61b-3817-4f51-a712-dcf8bfbff443" providerId="ADAL" clId="{2810CC7D-97AB-403A-9E02-C7CB57E724EA}" dt="2025-06-17T09:35:24.259" v="3967" actId="20577"/>
        <pc:sldMkLst>
          <pc:docMk/>
          <pc:sldMk cId="1191206472" sldId="335"/>
        </pc:sldMkLst>
      </pc:sldChg>
      <pc:sldChg chg="delSp modSp add mod ord">
        <pc:chgData name="Reinhold Heinlein" userId="c5e5d61b-3817-4f51-a712-dcf8bfbff443" providerId="ADAL" clId="{2810CC7D-97AB-403A-9E02-C7CB57E724EA}" dt="2025-06-17T10:14:46.582" v="4507"/>
        <pc:sldMkLst>
          <pc:docMk/>
          <pc:sldMk cId="318181740" sldId="336"/>
        </pc:sldMkLst>
      </pc:sldChg>
      <pc:sldChg chg="addSp modSp add mod">
        <pc:chgData name="Reinhold Heinlein" userId="c5e5d61b-3817-4f51-a712-dcf8bfbff443" providerId="ADAL" clId="{2810CC7D-97AB-403A-9E02-C7CB57E724EA}" dt="2025-06-17T10:08:48.836" v="4505" actId="1076"/>
        <pc:sldMkLst>
          <pc:docMk/>
          <pc:sldMk cId="173588279" sldId="337"/>
        </pc:sldMkLst>
      </pc:sldChg>
    </pc:docChg>
  </pc:docChgLst>
  <pc:docChgLst>
    <pc:chgData name="Reinhold Heinlein" userId="c5e5d61b-3817-4f51-a712-dcf8bfbff443" providerId="ADAL" clId="{C27A3625-E014-4D5F-A28E-99A7A6219024}"/>
    <pc:docChg chg="undo custSel addSld delSld modSld sldOrd delMainMaster">
      <pc:chgData name="Reinhold Heinlein" userId="c5e5d61b-3817-4f51-a712-dcf8bfbff443" providerId="ADAL" clId="{C27A3625-E014-4D5F-A28E-99A7A6219024}" dt="2025-06-24T08:01:10.167" v="2728" actId="20577"/>
      <pc:docMkLst>
        <pc:docMk/>
      </pc:docMkLst>
      <pc:sldChg chg="modSp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71339850" sldId="256"/>
        </pc:sldMkLst>
        <pc:spChg chg="mod">
          <ac:chgData name="Reinhold Heinlein" userId="c5e5d61b-3817-4f51-a712-dcf8bfbff443" providerId="ADAL" clId="{C27A3625-E014-4D5F-A28E-99A7A6219024}" dt="2025-06-24T07:55:27.844" v="2508" actId="790"/>
          <ac:spMkLst>
            <pc:docMk/>
            <pc:sldMk cId="371339850" sldId="256"/>
            <ac:spMk id="2" creationId="{27F129AE-110C-40B7-9DF3-A4A07ADFD71E}"/>
          </ac:spMkLst>
        </pc:spChg>
        <pc:spChg chg="mod">
          <ac:chgData name="Reinhold Heinlein" userId="c5e5d61b-3817-4f51-a712-dcf8bfbff443" providerId="ADAL" clId="{C27A3625-E014-4D5F-A28E-99A7A6219024}" dt="2025-06-24T07:55:27.844" v="2508" actId="790"/>
          <ac:spMkLst>
            <pc:docMk/>
            <pc:sldMk cId="371339850" sldId="256"/>
            <ac:spMk id="3" creationId="{78DD6D5A-6272-44C9-9121-5A48D169B9A6}"/>
          </ac:spMkLst>
        </pc:spChg>
        <pc:spChg chg="mod">
          <ac:chgData name="Reinhold Heinlein" userId="c5e5d61b-3817-4f51-a712-dcf8bfbff443" providerId="ADAL" clId="{C27A3625-E014-4D5F-A28E-99A7A6219024}" dt="2025-06-24T07:55:27.844" v="2508" actId="790"/>
          <ac:spMkLst>
            <pc:docMk/>
            <pc:sldMk cId="371339850" sldId="256"/>
            <ac:spMk id="4" creationId="{CE307F5E-61FF-45D2-B0E6-0386A93DB487}"/>
          </ac:spMkLst>
        </pc:spChg>
        <pc:spChg chg="mod">
          <ac:chgData name="Reinhold Heinlein" userId="c5e5d61b-3817-4f51-a712-dcf8bfbff443" providerId="ADAL" clId="{C27A3625-E014-4D5F-A28E-99A7A6219024}" dt="2025-06-24T07:55:27.844" v="2508" actId="790"/>
          <ac:spMkLst>
            <pc:docMk/>
            <pc:sldMk cId="371339850" sldId="256"/>
            <ac:spMk id="6" creationId="{8261A58E-4331-43B5-A70A-203EF9F254A4}"/>
          </ac:spMkLst>
        </pc:spChg>
      </pc:sldChg>
      <pc:sldChg chg="modSp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84623810" sldId="258"/>
        </pc:sldMkLst>
        <pc:spChg chg="mod">
          <ac:chgData name="Reinhold Heinlein" userId="c5e5d61b-3817-4f51-a712-dcf8bfbff443" providerId="ADAL" clId="{C27A3625-E014-4D5F-A28E-99A7A6219024}" dt="2025-06-24T07:55:27.844" v="2508" actId="790"/>
          <ac:spMkLst>
            <pc:docMk/>
            <pc:sldMk cId="2884623810" sldId="258"/>
            <ac:spMk id="2" creationId="{BBC02C33-84D3-4C74-9F36-3265F3BE99AD}"/>
          </ac:spMkLst>
        </pc:spChg>
        <pc:spChg chg="mod">
          <ac:chgData name="Reinhold Heinlein" userId="c5e5d61b-3817-4f51-a712-dcf8bfbff443" providerId="ADAL" clId="{C27A3625-E014-4D5F-A28E-99A7A6219024}" dt="2025-06-24T07:55:27.844" v="2508" actId="790"/>
          <ac:spMkLst>
            <pc:docMk/>
            <pc:sldMk cId="2884623810" sldId="258"/>
            <ac:spMk id="3" creationId="{67A63DF7-30A5-4CDB-B2AD-10BDF696FBA6}"/>
          </ac:spMkLst>
        </pc:spChg>
      </pc:sldChg>
      <pc:sldChg chg="modSp add del mod">
        <pc:chgData name="Reinhold Heinlein" userId="c5e5d61b-3817-4f51-a712-dcf8bfbff443" providerId="ADAL" clId="{C27A3625-E014-4D5F-A28E-99A7A6219024}" dt="2025-06-24T08:01:10.167" v="2728" actId="20577"/>
        <pc:sldMkLst>
          <pc:docMk/>
          <pc:sldMk cId="1363191569" sldId="271"/>
        </pc:sldMkLst>
        <pc:spChg chg="mod">
          <ac:chgData name="Reinhold Heinlein" userId="c5e5d61b-3817-4f51-a712-dcf8bfbff443" providerId="ADAL" clId="{C27A3625-E014-4D5F-A28E-99A7A6219024}" dt="2025-06-24T07:55:27.844" v="2508" actId="790"/>
          <ac:spMkLst>
            <pc:docMk/>
            <pc:sldMk cId="1363191569" sldId="271"/>
            <ac:spMk id="2" creationId="{DBDDCE13-887D-424D-9C90-08C9AE0EA795}"/>
          </ac:spMkLst>
        </pc:spChg>
        <pc:spChg chg="mod">
          <ac:chgData name="Reinhold Heinlein" userId="c5e5d61b-3817-4f51-a712-dcf8bfbff443" providerId="ADAL" clId="{C27A3625-E014-4D5F-A28E-99A7A6219024}" dt="2025-06-24T08:01:10.167" v="2728" actId="20577"/>
          <ac:spMkLst>
            <pc:docMk/>
            <pc:sldMk cId="1363191569" sldId="271"/>
            <ac:spMk id="3" creationId="{ADEBF03B-6FBE-4B0C-93A0-8DB46AC1EDBD}"/>
          </ac:spMkLst>
        </pc:spChg>
      </pc:sldChg>
      <pc:sldChg chg="modSp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651346321" sldId="273"/>
        </pc:sldMkLst>
        <pc:spChg chg="mod">
          <ac:chgData name="Reinhold Heinlein" userId="c5e5d61b-3817-4f51-a712-dcf8bfbff443" providerId="ADAL" clId="{C27A3625-E014-4D5F-A28E-99A7A6219024}" dt="2025-06-24T07:55:27.844" v="2508" actId="790"/>
          <ac:spMkLst>
            <pc:docMk/>
            <pc:sldMk cId="3651346321" sldId="273"/>
            <ac:spMk id="2" creationId="{BAB7C48C-C56A-6447-6B9C-807BB7B444E8}"/>
          </ac:spMkLst>
        </pc:spChg>
        <pc:spChg chg="mod">
          <ac:chgData name="Reinhold Heinlein" userId="c5e5d61b-3817-4f51-a712-dcf8bfbff443" providerId="ADAL" clId="{C27A3625-E014-4D5F-A28E-99A7A6219024}" dt="2025-06-24T07:55:27.844" v="2508" actId="790"/>
          <ac:spMkLst>
            <pc:docMk/>
            <pc:sldMk cId="3651346321" sldId="273"/>
            <ac:spMk id="3" creationId="{5AEB033B-BA17-A349-74FA-C2EEC4D02ACA}"/>
          </ac:spMkLst>
        </pc:spChg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711634836" sldId="274"/>
        </pc:sldMkLst>
      </pc:sldChg>
      <pc:sldChg chg="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618535768" sldId="275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746794973" sldId="276"/>
        </pc:sldMkLst>
      </pc:sldChg>
      <pc:sldChg chg="addSp delSp 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739651426" sldId="277"/>
        </pc:sldMkLst>
      </pc:sldChg>
      <pc:sldChg chg="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99668861" sldId="278"/>
        </pc:sldMkLst>
      </pc:sldChg>
      <pc:sldChg chg="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466107885" sldId="279"/>
        </pc:sldMkLst>
      </pc:sldChg>
      <pc:sldChg chg="modSp add mod">
        <pc:chgData name="Reinhold Heinlein" userId="c5e5d61b-3817-4f51-a712-dcf8bfbff443" providerId="ADAL" clId="{C27A3625-E014-4D5F-A28E-99A7A6219024}" dt="2025-06-24T07:59:12.118" v="2687" actId="207"/>
        <pc:sldMkLst>
          <pc:docMk/>
          <pc:sldMk cId="2962165619" sldId="280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564948171" sldId="281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2939026" sldId="282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24022998" sldId="283"/>
        </pc:sldMkLst>
      </pc:sldChg>
      <pc:sldChg chg="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322507558" sldId="284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848410374" sldId="285"/>
        </pc:sldMkLst>
      </pc:sldChg>
      <pc:sldChg chg="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4140879207" sldId="286"/>
        </pc:sldMkLst>
      </pc:sldChg>
      <pc:sldChg chg="add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660752015" sldId="287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981878702" sldId="288"/>
        </pc:sldMkLst>
      </pc:sldChg>
      <pc:sldChg chg="addSp delSp 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1396803276" sldId="289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129998017" sldId="290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4200951254" sldId="291"/>
        </pc:sldMkLst>
      </pc:sldChg>
      <pc:sldChg chg="addSp delSp modSp add mod or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482478349" sldId="292"/>
        </pc:sldMkLst>
      </pc:sldChg>
      <pc:sldChg chg="addSp del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2921984589" sldId="293"/>
        </pc:sldMkLst>
      </pc:sldChg>
      <pc:sldChg chg="del">
        <pc:chgData name="Reinhold Heinlein" userId="c5e5d61b-3817-4f51-a712-dcf8bfbff443" providerId="ADAL" clId="{C27A3625-E014-4D5F-A28E-99A7A6219024}" dt="2025-06-23T11:31:16.793" v="94" actId="47"/>
        <pc:sldMkLst>
          <pc:docMk/>
          <pc:sldMk cId="677322704" sldId="294"/>
        </pc:sldMkLst>
      </pc:sldChg>
      <pc:sldChg chg="addSp delSp modSp add mod">
        <pc:chgData name="Reinhold Heinlein" userId="c5e5d61b-3817-4f51-a712-dcf8bfbff443" providerId="ADAL" clId="{C27A3625-E014-4D5F-A28E-99A7A6219024}" dt="2025-06-24T07:59:36.486" v="2696" actId="20577"/>
        <pc:sldMkLst>
          <pc:docMk/>
          <pc:sldMk cId="1896460289" sldId="294"/>
        </pc:sldMkLst>
      </pc:sldChg>
      <pc:sldChg chg="addSp modSp add mod">
        <pc:chgData name="Reinhold Heinlein" userId="c5e5d61b-3817-4f51-a712-dcf8bfbff443" providerId="ADAL" clId="{C27A3625-E014-4D5F-A28E-99A7A6219024}" dt="2025-06-24T07:55:27.844" v="2508" actId="790"/>
        <pc:sldMkLst>
          <pc:docMk/>
          <pc:sldMk cId="3469851066" sldId="295"/>
        </pc:sldMkLst>
      </pc:sldChg>
      <pc:sldChg chg="del">
        <pc:chgData name="Reinhold Heinlein" userId="c5e5d61b-3817-4f51-a712-dcf8bfbff443" providerId="ADAL" clId="{C27A3625-E014-4D5F-A28E-99A7A6219024}" dt="2025-06-23T11:31:38.162" v="101" actId="47"/>
        <pc:sldMkLst>
          <pc:docMk/>
          <pc:sldMk cId="2688594072" sldId="338"/>
        </pc:sldMkLst>
      </pc:sldChg>
      <pc:sldChg chg="del">
        <pc:chgData name="Reinhold Heinlein" userId="c5e5d61b-3817-4f51-a712-dcf8bfbff443" providerId="ADAL" clId="{C27A3625-E014-4D5F-A28E-99A7A6219024}" dt="2025-06-23T11:31:40.647" v="102" actId="47"/>
        <pc:sldMkLst>
          <pc:docMk/>
          <pc:sldMk cId="3960014978" sldId="339"/>
        </pc:sldMkLst>
      </pc:sldChg>
      <pc:sldChg chg="del">
        <pc:chgData name="Reinhold Heinlein" userId="c5e5d61b-3817-4f51-a712-dcf8bfbff443" providerId="ADAL" clId="{C27A3625-E014-4D5F-A28E-99A7A6219024}" dt="2025-06-23T11:31:29.706" v="98" actId="47"/>
        <pc:sldMkLst>
          <pc:docMk/>
          <pc:sldMk cId="540285682" sldId="340"/>
        </pc:sldMkLst>
      </pc:sldChg>
      <pc:sldChg chg="del">
        <pc:chgData name="Reinhold Heinlein" userId="c5e5d61b-3817-4f51-a712-dcf8bfbff443" providerId="ADAL" clId="{C27A3625-E014-4D5F-A28E-99A7A6219024}" dt="2025-06-23T11:31:32.030" v="99" actId="47"/>
        <pc:sldMkLst>
          <pc:docMk/>
          <pc:sldMk cId="2478688360" sldId="341"/>
        </pc:sldMkLst>
      </pc:sldChg>
      <pc:sldChg chg="del">
        <pc:chgData name="Reinhold Heinlein" userId="c5e5d61b-3817-4f51-a712-dcf8bfbff443" providerId="ADAL" clId="{C27A3625-E014-4D5F-A28E-99A7A6219024}" dt="2025-06-23T11:31:34.022" v="100" actId="47"/>
        <pc:sldMkLst>
          <pc:docMk/>
          <pc:sldMk cId="3601434426" sldId="342"/>
        </pc:sldMkLst>
      </pc:sldChg>
      <pc:sldChg chg="del">
        <pc:chgData name="Reinhold Heinlein" userId="c5e5d61b-3817-4f51-a712-dcf8bfbff443" providerId="ADAL" clId="{C27A3625-E014-4D5F-A28E-99A7A6219024}" dt="2025-06-23T11:31:24.745" v="97" actId="47"/>
        <pc:sldMkLst>
          <pc:docMk/>
          <pc:sldMk cId="2380973110" sldId="343"/>
        </pc:sldMkLst>
      </pc:sldChg>
      <pc:sldChg chg="del">
        <pc:chgData name="Reinhold Heinlein" userId="c5e5d61b-3817-4f51-a712-dcf8bfbff443" providerId="ADAL" clId="{C27A3625-E014-4D5F-A28E-99A7A6219024}" dt="2025-06-23T11:31:47.131" v="103" actId="47"/>
        <pc:sldMkLst>
          <pc:docMk/>
          <pc:sldMk cId="3079878753" sldId="344"/>
        </pc:sldMkLst>
      </pc:sldChg>
      <pc:sldChg chg="del">
        <pc:chgData name="Reinhold Heinlein" userId="c5e5d61b-3817-4f51-a712-dcf8bfbff443" providerId="ADAL" clId="{C27A3625-E014-4D5F-A28E-99A7A6219024}" dt="2025-06-23T11:31:50.287" v="104" actId="47"/>
        <pc:sldMkLst>
          <pc:docMk/>
          <pc:sldMk cId="853613291" sldId="345"/>
        </pc:sldMkLst>
      </pc:sldChg>
      <pc:sldChg chg="del">
        <pc:chgData name="Reinhold Heinlein" userId="c5e5d61b-3817-4f51-a712-dcf8bfbff443" providerId="ADAL" clId="{C27A3625-E014-4D5F-A28E-99A7A6219024}" dt="2025-06-23T11:31:15.784" v="93" actId="47"/>
        <pc:sldMkLst>
          <pc:docMk/>
          <pc:sldMk cId="685152697" sldId="346"/>
        </pc:sldMkLst>
      </pc:sldChg>
      <pc:sldChg chg="del">
        <pc:chgData name="Reinhold Heinlein" userId="c5e5d61b-3817-4f51-a712-dcf8bfbff443" providerId="ADAL" clId="{C27A3625-E014-4D5F-A28E-99A7A6219024}" dt="2025-06-23T11:31:14.918" v="92" actId="47"/>
        <pc:sldMkLst>
          <pc:docMk/>
          <pc:sldMk cId="335956104" sldId="347"/>
        </pc:sldMkLst>
      </pc:sldChg>
      <pc:sldChg chg="del">
        <pc:chgData name="Reinhold Heinlein" userId="c5e5d61b-3817-4f51-a712-dcf8bfbff443" providerId="ADAL" clId="{C27A3625-E014-4D5F-A28E-99A7A6219024}" dt="2025-06-23T11:31:09.914" v="90" actId="47"/>
        <pc:sldMkLst>
          <pc:docMk/>
          <pc:sldMk cId="3756765807" sldId="348"/>
        </pc:sldMkLst>
      </pc:sldChg>
      <pc:sldChg chg="del">
        <pc:chgData name="Reinhold Heinlein" userId="c5e5d61b-3817-4f51-a712-dcf8bfbff443" providerId="ADAL" clId="{C27A3625-E014-4D5F-A28E-99A7A6219024}" dt="2025-06-23T11:31:10.930" v="91" actId="47"/>
        <pc:sldMkLst>
          <pc:docMk/>
          <pc:sldMk cId="3277624640" sldId="349"/>
        </pc:sldMkLst>
      </pc:sldChg>
      <pc:sldChg chg="del">
        <pc:chgData name="Reinhold Heinlein" userId="c5e5d61b-3817-4f51-a712-dcf8bfbff443" providerId="ADAL" clId="{C27A3625-E014-4D5F-A28E-99A7A6219024}" dt="2025-06-23T11:31:00.418" v="87" actId="47"/>
        <pc:sldMkLst>
          <pc:docMk/>
          <pc:sldMk cId="1367380946" sldId="350"/>
        </pc:sldMkLst>
      </pc:sldChg>
      <pc:sldMasterChg chg="del delSldLayout">
        <pc:chgData name="Reinhold Heinlein" userId="c5e5d61b-3817-4f51-a712-dcf8bfbff443" providerId="ADAL" clId="{C27A3625-E014-4D5F-A28E-99A7A6219024}" dt="2025-06-23T11:31:16.793" v="94" actId="47"/>
        <pc:sldMasterMkLst>
          <pc:docMk/>
          <pc:sldMasterMk cId="341449476" sldId="2147483976"/>
        </pc:sldMasterMkLst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4249324711" sldId="2147483977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1055159816" sldId="2147483978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918792780" sldId="2147483979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711613718" sldId="2147483980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500397348" sldId="2147483981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59980995" sldId="2147483982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664001492" sldId="2147483983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1963401624" sldId="2147483984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683404402" sldId="2147483985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878096228" sldId="2147483986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302291087" sldId="2147483987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2821685059" sldId="2147483988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758576439" sldId="2147483989"/>
          </pc:sldLayoutMkLst>
        </pc:sldLayoutChg>
        <pc:sldLayoutChg chg="del">
          <pc:chgData name="Reinhold Heinlein" userId="c5e5d61b-3817-4f51-a712-dcf8bfbff443" providerId="ADAL" clId="{C27A3625-E014-4D5F-A28E-99A7A6219024}" dt="2025-06-23T11:31:16.793" v="94" actId="47"/>
          <pc:sldLayoutMkLst>
            <pc:docMk/>
            <pc:sldMasterMk cId="341449476" sldId="2147483976"/>
            <pc:sldLayoutMk cId="1399615867" sldId="2147483990"/>
          </pc:sldLayoutMkLst>
        </pc:sldLayoutChg>
      </pc:sldMasterChg>
    </pc:docChg>
  </pc:docChgLst>
  <pc:docChgLst>
    <pc:chgData name="Reinhold Heinlein" userId="c5e5d61b-3817-4f51-a712-dcf8bfbff443" providerId="ADAL" clId="{3D404599-FF1A-40D4-BACF-415E8630DB47}"/>
    <pc:docChg chg="undo custSel addSld delSld modSld sldOrd">
      <pc:chgData name="Reinhold Heinlein" userId="c5e5d61b-3817-4f51-a712-dcf8bfbff443" providerId="ADAL" clId="{3D404599-FF1A-40D4-BACF-415E8630DB47}" dt="2025-06-25T10:48:39.065" v="3042" actId="20577"/>
      <pc:docMkLst>
        <pc:docMk/>
      </pc:docMkLst>
      <pc:sldChg chg="modSp mod">
        <pc:chgData name="Reinhold Heinlein" userId="c5e5d61b-3817-4f51-a712-dcf8bfbff443" providerId="ADAL" clId="{3D404599-FF1A-40D4-BACF-415E8630DB47}" dt="2025-06-24T10:19:31.228" v="8" actId="20577"/>
        <pc:sldMkLst>
          <pc:docMk/>
          <pc:sldMk cId="371339850" sldId="256"/>
        </pc:sldMkLst>
        <pc:spChg chg="mod">
          <ac:chgData name="Reinhold Heinlein" userId="c5e5d61b-3817-4f51-a712-dcf8bfbff443" providerId="ADAL" clId="{3D404599-FF1A-40D4-BACF-415E8630DB47}" dt="2025-06-24T10:19:16.256" v="2" actId="20577"/>
          <ac:spMkLst>
            <pc:docMk/>
            <pc:sldMk cId="371339850" sldId="256"/>
            <ac:spMk id="2" creationId="{27F129AE-110C-40B7-9DF3-A4A07ADFD71E}"/>
          </ac:spMkLst>
        </pc:spChg>
        <pc:spChg chg="mod">
          <ac:chgData name="Reinhold Heinlein" userId="c5e5d61b-3817-4f51-a712-dcf8bfbff443" providerId="ADAL" clId="{3D404599-FF1A-40D4-BACF-415E8630DB47}" dt="2025-06-24T10:19:31.228" v="8" actId="20577"/>
          <ac:spMkLst>
            <pc:docMk/>
            <pc:sldMk cId="371339850" sldId="256"/>
            <ac:spMk id="6" creationId="{8261A58E-4331-43B5-A70A-203EF9F254A4}"/>
          </ac:spMkLst>
        </pc:spChg>
      </pc:sldChg>
      <pc:sldChg chg="modSp mod">
        <pc:chgData name="Reinhold Heinlein" userId="c5e5d61b-3817-4f51-a712-dcf8bfbff443" providerId="ADAL" clId="{3D404599-FF1A-40D4-BACF-415E8630DB47}" dt="2025-06-24T10:21:52.369" v="29" actId="20577"/>
        <pc:sldMkLst>
          <pc:docMk/>
          <pc:sldMk cId="2884623810" sldId="258"/>
        </pc:sldMkLst>
        <pc:spChg chg="mod">
          <ac:chgData name="Reinhold Heinlein" userId="c5e5d61b-3817-4f51-a712-dcf8bfbff443" providerId="ADAL" clId="{3D404599-FF1A-40D4-BACF-415E8630DB47}" dt="2025-06-24T10:21:35.893" v="10" actId="14100"/>
          <ac:spMkLst>
            <pc:docMk/>
            <pc:sldMk cId="2884623810" sldId="258"/>
            <ac:spMk id="2" creationId="{BBC02C33-84D3-4C74-9F36-3265F3BE99AD}"/>
          </ac:spMkLst>
        </pc:spChg>
        <pc:spChg chg="mod">
          <ac:chgData name="Reinhold Heinlein" userId="c5e5d61b-3817-4f51-a712-dcf8bfbff443" providerId="ADAL" clId="{3D404599-FF1A-40D4-BACF-415E8630DB47}" dt="2025-06-24T10:21:52.369" v="29" actId="20577"/>
          <ac:spMkLst>
            <pc:docMk/>
            <pc:sldMk cId="2884623810" sldId="258"/>
            <ac:spMk id="3" creationId="{67A63DF7-30A5-4CDB-B2AD-10BDF696FBA6}"/>
          </ac:spMkLst>
        </pc:spChg>
      </pc:sldChg>
      <pc:sldChg chg="modSp mod">
        <pc:chgData name="Reinhold Heinlein" userId="c5e5d61b-3817-4f51-a712-dcf8bfbff443" providerId="ADAL" clId="{3D404599-FF1A-40D4-BACF-415E8630DB47}" dt="2025-06-24T10:27:12.467" v="113" actId="20577"/>
        <pc:sldMkLst>
          <pc:docMk/>
          <pc:sldMk cId="1363191569" sldId="271"/>
        </pc:sldMkLst>
        <pc:spChg chg="mod">
          <ac:chgData name="Reinhold Heinlein" userId="c5e5d61b-3817-4f51-a712-dcf8bfbff443" providerId="ADAL" clId="{3D404599-FF1A-40D4-BACF-415E8630DB47}" dt="2025-06-24T10:27:12.467" v="113" actId="20577"/>
          <ac:spMkLst>
            <pc:docMk/>
            <pc:sldMk cId="1363191569" sldId="271"/>
            <ac:spMk id="3" creationId="{ADEBF03B-6FBE-4B0C-93A0-8DB46AC1EDBD}"/>
          </ac:spMkLst>
        </pc:spChg>
      </pc:sldChg>
      <pc:sldChg chg="modSp mod">
        <pc:chgData name="Reinhold Heinlein" userId="c5e5d61b-3817-4f51-a712-dcf8bfbff443" providerId="ADAL" clId="{3D404599-FF1A-40D4-BACF-415E8630DB47}" dt="2025-06-24T11:16:10.950" v="687" actId="20577"/>
        <pc:sldMkLst>
          <pc:docMk/>
          <pc:sldMk cId="3651346321" sldId="273"/>
        </pc:sldMkLst>
        <pc:spChg chg="mod">
          <ac:chgData name="Reinhold Heinlein" userId="c5e5d61b-3817-4f51-a712-dcf8bfbff443" providerId="ADAL" clId="{3D404599-FF1A-40D4-BACF-415E8630DB47}" dt="2025-06-24T11:01:09.100" v="185" actId="20577"/>
          <ac:spMkLst>
            <pc:docMk/>
            <pc:sldMk cId="3651346321" sldId="273"/>
            <ac:spMk id="2" creationId="{BAB7C48C-C56A-6447-6B9C-807BB7B444E8}"/>
          </ac:spMkLst>
        </pc:spChg>
        <pc:spChg chg="mod">
          <ac:chgData name="Reinhold Heinlein" userId="c5e5d61b-3817-4f51-a712-dcf8bfbff443" providerId="ADAL" clId="{3D404599-FF1A-40D4-BACF-415E8630DB47}" dt="2025-06-24T11:16:10.950" v="687" actId="20577"/>
          <ac:spMkLst>
            <pc:docMk/>
            <pc:sldMk cId="3651346321" sldId="273"/>
            <ac:spMk id="3" creationId="{5AEB033B-BA17-A349-74FA-C2EEC4D02ACA}"/>
          </ac:spMkLst>
        </pc:spChg>
      </pc:sldChg>
      <pc:sldChg chg="modSp add mod">
        <pc:chgData name="Reinhold Heinlein" userId="c5e5d61b-3817-4f51-a712-dcf8bfbff443" providerId="ADAL" clId="{3D404599-FF1A-40D4-BACF-415E8630DB47}" dt="2025-06-24T11:57:29.227" v="1702" actId="5793"/>
        <pc:sldMkLst>
          <pc:docMk/>
          <pc:sldMk cId="1198622452" sldId="274"/>
        </pc:sldMkLst>
        <pc:spChg chg="mod">
          <ac:chgData name="Reinhold Heinlein" userId="c5e5d61b-3817-4f51-a712-dcf8bfbff443" providerId="ADAL" clId="{3D404599-FF1A-40D4-BACF-415E8630DB47}" dt="2025-06-24T11:57:29.227" v="1702" actId="5793"/>
          <ac:spMkLst>
            <pc:docMk/>
            <pc:sldMk cId="1198622452" sldId="274"/>
            <ac:spMk id="3" creationId="{A342AC54-4DB2-76AF-4BB8-5C25B8E12983}"/>
          </ac:spMkLst>
        </pc:spChg>
      </pc:sldChg>
      <pc:sldChg chg="del">
        <pc:chgData name="Reinhold Heinlein" userId="c5e5d61b-3817-4f51-a712-dcf8bfbff443" providerId="ADAL" clId="{3D404599-FF1A-40D4-BACF-415E8630DB47}" dt="2025-06-24T10:27:46.244" v="115" actId="47"/>
        <pc:sldMkLst>
          <pc:docMk/>
          <pc:sldMk cId="2711634836" sldId="274"/>
        </pc:sldMkLst>
      </pc:sldChg>
      <pc:sldChg chg="addSp modSp add mod">
        <pc:chgData name="Reinhold Heinlein" userId="c5e5d61b-3817-4f51-a712-dcf8bfbff443" providerId="ADAL" clId="{3D404599-FF1A-40D4-BACF-415E8630DB47}" dt="2025-06-24T11:43:36.280" v="1276" actId="20577"/>
        <pc:sldMkLst>
          <pc:docMk/>
          <pc:sldMk cId="1068113838" sldId="275"/>
        </pc:sldMkLst>
      </pc:sldChg>
      <pc:sldChg chg="del">
        <pc:chgData name="Reinhold Heinlein" userId="c5e5d61b-3817-4f51-a712-dcf8bfbff443" providerId="ADAL" clId="{3D404599-FF1A-40D4-BACF-415E8630DB47}" dt="2025-06-24T10:27:45.464" v="114" actId="47"/>
        <pc:sldMkLst>
          <pc:docMk/>
          <pc:sldMk cId="3618535768" sldId="275"/>
        </pc:sldMkLst>
      </pc:sldChg>
      <pc:sldChg chg="del">
        <pc:chgData name="Reinhold Heinlein" userId="c5e5d61b-3817-4f51-a712-dcf8bfbff443" providerId="ADAL" clId="{3D404599-FF1A-40D4-BACF-415E8630DB47}" dt="2025-06-24T10:27:46.691" v="116" actId="47"/>
        <pc:sldMkLst>
          <pc:docMk/>
          <pc:sldMk cId="746794973" sldId="276"/>
        </pc:sldMkLst>
      </pc:sldChg>
      <pc:sldChg chg="modSp add mod ord">
        <pc:chgData name="Reinhold Heinlein" userId="c5e5d61b-3817-4f51-a712-dcf8bfbff443" providerId="ADAL" clId="{3D404599-FF1A-40D4-BACF-415E8630DB47}" dt="2025-06-24T12:01:34.976" v="1706" actId="20577"/>
        <pc:sldMkLst>
          <pc:docMk/>
          <pc:sldMk cId="3965540341" sldId="276"/>
        </pc:sldMkLst>
      </pc:sldChg>
      <pc:sldChg chg="del">
        <pc:chgData name="Reinhold Heinlein" userId="c5e5d61b-3817-4f51-a712-dcf8bfbff443" providerId="ADAL" clId="{3D404599-FF1A-40D4-BACF-415E8630DB47}" dt="2025-06-24T10:27:47.313" v="118" actId="47"/>
        <pc:sldMkLst>
          <pc:docMk/>
          <pc:sldMk cId="739651426" sldId="277"/>
        </pc:sldMkLst>
      </pc:sldChg>
      <pc:sldChg chg="modSp add mod">
        <pc:chgData name="Reinhold Heinlein" userId="c5e5d61b-3817-4f51-a712-dcf8bfbff443" providerId="ADAL" clId="{3D404599-FF1A-40D4-BACF-415E8630DB47}" dt="2025-06-24T12:22:00.470" v="1729" actId="20577"/>
        <pc:sldMkLst>
          <pc:docMk/>
          <pc:sldMk cId="1216957791" sldId="277"/>
        </pc:sldMkLst>
      </pc:sldChg>
      <pc:sldChg chg="modSp add mod">
        <pc:chgData name="Reinhold Heinlein" userId="c5e5d61b-3817-4f51-a712-dcf8bfbff443" providerId="ADAL" clId="{3D404599-FF1A-40D4-BACF-415E8630DB47}" dt="2025-06-24T13:13:15.277" v="2237" actId="20577"/>
        <pc:sldMkLst>
          <pc:docMk/>
          <pc:sldMk cId="2813269240" sldId="278"/>
        </pc:sldMkLst>
      </pc:sldChg>
      <pc:sldChg chg="del">
        <pc:chgData name="Reinhold Heinlein" userId="c5e5d61b-3817-4f51-a712-dcf8bfbff443" providerId="ADAL" clId="{3D404599-FF1A-40D4-BACF-415E8630DB47}" dt="2025-06-24T10:27:47.073" v="117" actId="47"/>
        <pc:sldMkLst>
          <pc:docMk/>
          <pc:sldMk cId="2899668861" sldId="278"/>
        </pc:sldMkLst>
      </pc:sldChg>
      <pc:sldChg chg="del">
        <pc:chgData name="Reinhold Heinlein" userId="c5e5d61b-3817-4f51-a712-dcf8bfbff443" providerId="ADAL" clId="{3D404599-FF1A-40D4-BACF-415E8630DB47}" dt="2025-06-24T10:27:47.528" v="119" actId="47"/>
        <pc:sldMkLst>
          <pc:docMk/>
          <pc:sldMk cId="466107885" sldId="279"/>
        </pc:sldMkLst>
      </pc:sldChg>
      <pc:sldChg chg="addSp delSp modSp add mod">
        <pc:chgData name="Reinhold Heinlein" userId="c5e5d61b-3817-4f51-a712-dcf8bfbff443" providerId="ADAL" clId="{3D404599-FF1A-40D4-BACF-415E8630DB47}" dt="2025-06-24T13:53:04.487" v="2835" actId="122"/>
        <pc:sldMkLst>
          <pc:docMk/>
          <pc:sldMk cId="2588099372" sldId="279"/>
        </pc:sldMkLst>
      </pc:sldChg>
      <pc:sldChg chg="addSp delSp modSp add mod">
        <pc:chgData name="Reinhold Heinlein" userId="c5e5d61b-3817-4f51-a712-dcf8bfbff443" providerId="ADAL" clId="{3D404599-FF1A-40D4-BACF-415E8630DB47}" dt="2025-06-24T12:57:09.613" v="2091" actId="20577"/>
        <pc:sldMkLst>
          <pc:docMk/>
          <pc:sldMk cId="2646066512" sldId="280"/>
        </pc:sldMkLst>
      </pc:sldChg>
      <pc:sldChg chg="del">
        <pc:chgData name="Reinhold Heinlein" userId="c5e5d61b-3817-4f51-a712-dcf8bfbff443" providerId="ADAL" clId="{3D404599-FF1A-40D4-BACF-415E8630DB47}" dt="2025-06-24T10:27:56.233" v="134" actId="47"/>
        <pc:sldMkLst>
          <pc:docMk/>
          <pc:sldMk cId="2962165619" sldId="280"/>
        </pc:sldMkLst>
      </pc:sldChg>
      <pc:sldChg chg="del">
        <pc:chgData name="Reinhold Heinlein" userId="c5e5d61b-3817-4f51-a712-dcf8bfbff443" providerId="ADAL" clId="{3D404599-FF1A-40D4-BACF-415E8630DB47}" dt="2025-06-24T10:27:47.800" v="120" actId="47"/>
        <pc:sldMkLst>
          <pc:docMk/>
          <pc:sldMk cId="564948171" sldId="281"/>
        </pc:sldMkLst>
      </pc:sldChg>
      <pc:sldChg chg="modSp add mod ord">
        <pc:chgData name="Reinhold Heinlein" userId="c5e5d61b-3817-4f51-a712-dcf8bfbff443" providerId="ADAL" clId="{3D404599-FF1A-40D4-BACF-415E8630DB47}" dt="2025-06-24T13:53:15.423" v="2836" actId="122"/>
        <pc:sldMkLst>
          <pc:docMk/>
          <pc:sldMk cId="3708678275" sldId="281"/>
        </pc:sldMkLst>
      </pc:sldChg>
      <pc:sldChg chg="del">
        <pc:chgData name="Reinhold Heinlein" userId="c5e5d61b-3817-4f51-a712-dcf8bfbff443" providerId="ADAL" clId="{3D404599-FF1A-40D4-BACF-415E8630DB47}" dt="2025-06-24T10:27:48.045" v="121" actId="47"/>
        <pc:sldMkLst>
          <pc:docMk/>
          <pc:sldMk cId="22939026" sldId="282"/>
        </pc:sldMkLst>
      </pc:sldChg>
      <pc:sldChg chg="addSp delSp modSp add mod ord">
        <pc:chgData name="Reinhold Heinlein" userId="c5e5d61b-3817-4f51-a712-dcf8bfbff443" providerId="ADAL" clId="{3D404599-FF1A-40D4-BACF-415E8630DB47}" dt="2025-06-24T13:11:05.810" v="2229" actId="14100"/>
        <pc:sldMkLst>
          <pc:docMk/>
          <pc:sldMk cId="2712468503" sldId="282"/>
        </pc:sldMkLst>
      </pc:sldChg>
      <pc:sldChg chg="modSp add mod ord">
        <pc:chgData name="Reinhold Heinlein" userId="c5e5d61b-3817-4f51-a712-dcf8bfbff443" providerId="ADAL" clId="{3D404599-FF1A-40D4-BACF-415E8630DB47}" dt="2025-06-24T13:18:50.411" v="2329" actId="20577"/>
        <pc:sldMkLst>
          <pc:docMk/>
          <pc:sldMk cId="1379435583" sldId="283"/>
        </pc:sldMkLst>
      </pc:sldChg>
      <pc:sldChg chg="del">
        <pc:chgData name="Reinhold Heinlein" userId="c5e5d61b-3817-4f51-a712-dcf8bfbff443" providerId="ADAL" clId="{3D404599-FF1A-40D4-BACF-415E8630DB47}" dt="2025-06-24T10:27:48.266" v="122" actId="47"/>
        <pc:sldMkLst>
          <pc:docMk/>
          <pc:sldMk cId="2824022998" sldId="283"/>
        </pc:sldMkLst>
      </pc:sldChg>
      <pc:sldChg chg="del">
        <pc:chgData name="Reinhold Heinlein" userId="c5e5d61b-3817-4f51-a712-dcf8bfbff443" providerId="ADAL" clId="{3D404599-FF1A-40D4-BACF-415E8630DB47}" dt="2025-06-24T10:27:48.868" v="123" actId="47"/>
        <pc:sldMkLst>
          <pc:docMk/>
          <pc:sldMk cId="3322507558" sldId="284"/>
        </pc:sldMkLst>
      </pc:sldChg>
      <pc:sldChg chg="modSp add mod">
        <pc:chgData name="Reinhold Heinlein" userId="c5e5d61b-3817-4f51-a712-dcf8bfbff443" providerId="ADAL" clId="{3D404599-FF1A-40D4-BACF-415E8630DB47}" dt="2025-06-24T13:22:18.499" v="2367" actId="20577"/>
        <pc:sldMkLst>
          <pc:docMk/>
          <pc:sldMk cId="4115030236" sldId="284"/>
        </pc:sldMkLst>
      </pc:sldChg>
      <pc:sldChg chg="modSp add mod">
        <pc:chgData name="Reinhold Heinlein" userId="c5e5d61b-3817-4f51-a712-dcf8bfbff443" providerId="ADAL" clId="{3D404599-FF1A-40D4-BACF-415E8630DB47}" dt="2025-06-24T13:53:58.375" v="2854" actId="20577"/>
        <pc:sldMkLst>
          <pc:docMk/>
          <pc:sldMk cId="1794860354" sldId="285"/>
        </pc:sldMkLst>
      </pc:sldChg>
      <pc:sldChg chg="del">
        <pc:chgData name="Reinhold Heinlein" userId="c5e5d61b-3817-4f51-a712-dcf8bfbff443" providerId="ADAL" clId="{3D404599-FF1A-40D4-BACF-415E8630DB47}" dt="2025-06-24T10:27:49.387" v="124" actId="47"/>
        <pc:sldMkLst>
          <pc:docMk/>
          <pc:sldMk cId="2848410374" sldId="285"/>
        </pc:sldMkLst>
      </pc:sldChg>
      <pc:sldChg chg="del">
        <pc:chgData name="Reinhold Heinlein" userId="c5e5d61b-3817-4f51-a712-dcf8bfbff443" providerId="ADAL" clId="{3D404599-FF1A-40D4-BACF-415E8630DB47}" dt="2025-06-24T10:27:52.373" v="125" actId="47"/>
        <pc:sldMkLst>
          <pc:docMk/>
          <pc:sldMk cId="4140879207" sldId="286"/>
        </pc:sldMkLst>
      </pc:sldChg>
      <pc:sldChg chg="modSp add mod">
        <pc:chgData name="Reinhold Heinlein" userId="c5e5d61b-3817-4f51-a712-dcf8bfbff443" providerId="ADAL" clId="{3D404599-FF1A-40D4-BACF-415E8630DB47}" dt="2025-06-24T13:32:25.875" v="2536" actId="12"/>
        <pc:sldMkLst>
          <pc:docMk/>
          <pc:sldMk cId="4206327208" sldId="286"/>
        </pc:sldMkLst>
      </pc:sldChg>
      <pc:sldChg chg="del">
        <pc:chgData name="Reinhold Heinlein" userId="c5e5d61b-3817-4f51-a712-dcf8bfbff443" providerId="ADAL" clId="{3D404599-FF1A-40D4-BACF-415E8630DB47}" dt="2025-06-24T10:27:52.806" v="126" actId="47"/>
        <pc:sldMkLst>
          <pc:docMk/>
          <pc:sldMk cId="660752015" sldId="287"/>
        </pc:sldMkLst>
      </pc:sldChg>
      <pc:sldChg chg="add del">
        <pc:chgData name="Reinhold Heinlein" userId="c5e5d61b-3817-4f51-a712-dcf8bfbff443" providerId="ADAL" clId="{3D404599-FF1A-40D4-BACF-415E8630DB47}" dt="2025-06-24T13:35:57.928" v="2546" actId="47"/>
        <pc:sldMkLst>
          <pc:docMk/>
          <pc:sldMk cId="1077935355" sldId="287"/>
        </pc:sldMkLst>
      </pc:sldChg>
      <pc:sldChg chg="del">
        <pc:chgData name="Reinhold Heinlein" userId="c5e5d61b-3817-4f51-a712-dcf8bfbff443" providerId="ADAL" clId="{3D404599-FF1A-40D4-BACF-415E8630DB47}" dt="2025-06-24T10:27:53.204" v="127" actId="47"/>
        <pc:sldMkLst>
          <pc:docMk/>
          <pc:sldMk cId="981878702" sldId="288"/>
        </pc:sldMkLst>
      </pc:sldChg>
      <pc:sldChg chg="addSp delSp modSp add mod">
        <pc:chgData name="Reinhold Heinlein" userId="c5e5d61b-3817-4f51-a712-dcf8bfbff443" providerId="ADAL" clId="{3D404599-FF1A-40D4-BACF-415E8630DB47}" dt="2025-06-24T13:34:24.900" v="2545" actId="1076"/>
        <pc:sldMkLst>
          <pc:docMk/>
          <pc:sldMk cId="2364485456" sldId="288"/>
        </pc:sldMkLst>
      </pc:sldChg>
      <pc:sldChg chg="del">
        <pc:chgData name="Reinhold Heinlein" userId="c5e5d61b-3817-4f51-a712-dcf8bfbff443" providerId="ADAL" clId="{3D404599-FF1A-40D4-BACF-415E8630DB47}" dt="2025-06-24T10:27:54.245" v="130" actId="47"/>
        <pc:sldMkLst>
          <pc:docMk/>
          <pc:sldMk cId="1396803276" sldId="289"/>
        </pc:sldMkLst>
      </pc:sldChg>
      <pc:sldChg chg="modSp add mod ord">
        <pc:chgData name="Reinhold Heinlein" userId="c5e5d61b-3817-4f51-a712-dcf8bfbff443" providerId="ADAL" clId="{3D404599-FF1A-40D4-BACF-415E8630DB47}" dt="2025-06-24T13:40:38.886" v="2680" actId="20577"/>
        <pc:sldMkLst>
          <pc:docMk/>
          <pc:sldMk cId="1684746244" sldId="289"/>
        </pc:sldMkLst>
      </pc:sldChg>
      <pc:sldChg chg="modSp add mod ord">
        <pc:chgData name="Reinhold Heinlein" userId="c5e5d61b-3817-4f51-a712-dcf8bfbff443" providerId="ADAL" clId="{3D404599-FF1A-40D4-BACF-415E8630DB47}" dt="2025-06-24T13:47:25.517" v="2778" actId="20577"/>
        <pc:sldMkLst>
          <pc:docMk/>
          <pc:sldMk cId="1720923428" sldId="290"/>
        </pc:sldMkLst>
      </pc:sldChg>
      <pc:sldChg chg="del">
        <pc:chgData name="Reinhold Heinlein" userId="c5e5d61b-3817-4f51-a712-dcf8bfbff443" providerId="ADAL" clId="{3D404599-FF1A-40D4-BACF-415E8630DB47}" dt="2025-06-24T10:27:54.575" v="131" actId="47"/>
        <pc:sldMkLst>
          <pc:docMk/>
          <pc:sldMk cId="3129998017" sldId="290"/>
        </pc:sldMkLst>
      </pc:sldChg>
      <pc:sldChg chg="modSp add mod ord">
        <pc:chgData name="Reinhold Heinlein" userId="c5e5d61b-3817-4f51-a712-dcf8bfbff443" providerId="ADAL" clId="{3D404599-FF1A-40D4-BACF-415E8630DB47}" dt="2025-06-24T13:51:10.749" v="2834" actId="20577"/>
        <pc:sldMkLst>
          <pc:docMk/>
          <pc:sldMk cId="2059240468" sldId="291"/>
        </pc:sldMkLst>
      </pc:sldChg>
      <pc:sldChg chg="del">
        <pc:chgData name="Reinhold Heinlein" userId="c5e5d61b-3817-4f51-a712-dcf8bfbff443" providerId="ADAL" clId="{3D404599-FF1A-40D4-BACF-415E8630DB47}" dt="2025-06-24T10:27:55.213" v="132" actId="47"/>
        <pc:sldMkLst>
          <pc:docMk/>
          <pc:sldMk cId="4200951254" sldId="291"/>
        </pc:sldMkLst>
      </pc:sldChg>
      <pc:sldChg chg="modSp add mod">
        <pc:chgData name="Reinhold Heinlein" userId="c5e5d61b-3817-4f51-a712-dcf8bfbff443" providerId="ADAL" clId="{3D404599-FF1A-40D4-BACF-415E8630DB47}" dt="2025-06-25T10:48:39.065" v="3042" actId="20577"/>
        <pc:sldMkLst>
          <pc:docMk/>
          <pc:sldMk cId="2919216426" sldId="292"/>
        </pc:sldMkLst>
      </pc:sldChg>
      <pc:sldChg chg="del">
        <pc:chgData name="Reinhold Heinlein" userId="c5e5d61b-3817-4f51-a712-dcf8bfbff443" providerId="ADAL" clId="{3D404599-FF1A-40D4-BACF-415E8630DB47}" dt="2025-06-24T10:27:53.610" v="128" actId="47"/>
        <pc:sldMkLst>
          <pc:docMk/>
          <pc:sldMk cId="3482478349" sldId="292"/>
        </pc:sldMkLst>
      </pc:sldChg>
      <pc:sldChg chg="del">
        <pc:chgData name="Reinhold Heinlein" userId="c5e5d61b-3817-4f51-a712-dcf8bfbff443" providerId="ADAL" clId="{3D404599-FF1A-40D4-BACF-415E8630DB47}" dt="2025-06-24T10:27:53.874" v="129" actId="47"/>
        <pc:sldMkLst>
          <pc:docMk/>
          <pc:sldMk cId="2921984589" sldId="293"/>
        </pc:sldMkLst>
      </pc:sldChg>
      <pc:sldChg chg="del">
        <pc:chgData name="Reinhold Heinlein" userId="c5e5d61b-3817-4f51-a712-dcf8bfbff443" providerId="ADAL" clId="{3D404599-FF1A-40D4-BACF-415E8630DB47}" dt="2025-06-24T10:27:55.612" v="133" actId="47"/>
        <pc:sldMkLst>
          <pc:docMk/>
          <pc:sldMk cId="1896460289" sldId="294"/>
        </pc:sldMkLst>
      </pc:sldChg>
      <pc:sldChg chg="del">
        <pc:chgData name="Reinhold Heinlein" userId="c5e5d61b-3817-4f51-a712-dcf8bfbff443" providerId="ADAL" clId="{3D404599-FF1A-40D4-BACF-415E8630DB47}" dt="2025-06-24T10:27:56.839" v="135" actId="47"/>
        <pc:sldMkLst>
          <pc:docMk/>
          <pc:sldMk cId="3469851066" sldId="295"/>
        </pc:sldMkLst>
      </pc:sldChg>
    </pc:docChg>
  </pc:docChgLst>
  <pc:docChgLst>
    <pc:chgData name="Reinhold Heinlein" userId="c5e5d61b-3817-4f51-a712-dcf8bfbff443" providerId="ADAL" clId="{D4444DDF-B0C2-4F26-9687-8AE96CD12419}"/>
    <pc:docChg chg="undo redo custSel addSld delSld modSld sldOrd">
      <pc:chgData name="Reinhold Heinlein" userId="c5e5d61b-3817-4f51-a712-dcf8bfbff443" providerId="ADAL" clId="{D4444DDF-B0C2-4F26-9687-8AE96CD12419}" dt="2025-06-19T09:23:28.846" v="3071" actId="20577"/>
      <pc:docMkLst>
        <pc:docMk/>
      </pc:docMkLst>
      <pc:sldChg chg="modSp mod">
        <pc:chgData name="Reinhold Heinlein" userId="c5e5d61b-3817-4f51-a712-dcf8bfbff443" providerId="ADAL" clId="{D4444DDF-B0C2-4F26-9687-8AE96CD12419}" dt="2025-06-18T08:21:49.507" v="1" actId="20577"/>
        <pc:sldMkLst>
          <pc:docMk/>
          <pc:sldMk cId="371339850" sldId="256"/>
        </pc:sldMkLst>
        <pc:spChg chg="mod">
          <ac:chgData name="Reinhold Heinlein" userId="c5e5d61b-3817-4f51-a712-dcf8bfbff443" providerId="ADAL" clId="{D4444DDF-B0C2-4F26-9687-8AE96CD12419}" dt="2025-06-18T08:21:49.507" v="1" actId="20577"/>
          <ac:spMkLst>
            <pc:docMk/>
            <pc:sldMk cId="371339850" sldId="256"/>
            <ac:spMk id="2" creationId="{27F129AE-110C-40B7-9DF3-A4A07ADFD71E}"/>
          </ac:spMkLst>
        </pc:spChg>
      </pc:sldChg>
      <pc:sldChg chg="modSp mod">
        <pc:chgData name="Reinhold Heinlein" userId="c5e5d61b-3817-4f51-a712-dcf8bfbff443" providerId="ADAL" clId="{D4444DDF-B0C2-4F26-9687-8AE96CD12419}" dt="2025-06-18T08:22:37.126" v="5" actId="20577"/>
        <pc:sldMkLst>
          <pc:docMk/>
          <pc:sldMk cId="2884623810" sldId="258"/>
        </pc:sldMkLst>
        <pc:spChg chg="mod">
          <ac:chgData name="Reinhold Heinlein" userId="c5e5d61b-3817-4f51-a712-dcf8bfbff443" providerId="ADAL" clId="{D4444DDF-B0C2-4F26-9687-8AE96CD12419}" dt="2025-06-18T08:22:37.126" v="5" actId="20577"/>
          <ac:spMkLst>
            <pc:docMk/>
            <pc:sldMk cId="2884623810" sldId="258"/>
            <ac:spMk id="3" creationId="{67A63DF7-30A5-4CDB-B2AD-10BDF696FBA6}"/>
          </ac:spMkLst>
        </pc:spChg>
      </pc:sldChg>
      <pc:sldChg chg="modSp mod">
        <pc:chgData name="Reinhold Heinlein" userId="c5e5d61b-3817-4f51-a712-dcf8bfbff443" providerId="ADAL" clId="{D4444DDF-B0C2-4F26-9687-8AE96CD12419}" dt="2025-06-18T08:58:45.803" v="440" actId="20577"/>
        <pc:sldMkLst>
          <pc:docMk/>
          <pc:sldMk cId="1363191569" sldId="271"/>
        </pc:sldMkLst>
      </pc:sldChg>
      <pc:sldChg chg="modSp mod">
        <pc:chgData name="Reinhold Heinlein" userId="c5e5d61b-3817-4f51-a712-dcf8bfbff443" providerId="ADAL" clId="{D4444DDF-B0C2-4F26-9687-8AE96CD12419}" dt="2025-06-18T13:24:24.838" v="3062" actId="20577"/>
        <pc:sldMkLst>
          <pc:docMk/>
          <pc:sldMk cId="3651346321" sldId="273"/>
        </pc:sldMkLst>
        <pc:spChg chg="mod">
          <ac:chgData name="Reinhold Heinlein" userId="c5e5d61b-3817-4f51-a712-dcf8bfbff443" providerId="ADAL" clId="{D4444DDF-B0C2-4F26-9687-8AE96CD12419}" dt="2025-06-18T13:24:24.838" v="3062" actId="20577"/>
          <ac:spMkLst>
            <pc:docMk/>
            <pc:sldMk cId="3651346321" sldId="273"/>
            <ac:spMk id="3" creationId="{5AEB033B-BA17-A349-74FA-C2EEC4D02ACA}"/>
          </ac:spMkLst>
        </pc:spChg>
      </pc:sldChg>
      <pc:sldChg chg="modSp add mod">
        <pc:chgData name="Reinhold Heinlein" userId="c5e5d61b-3817-4f51-a712-dcf8bfbff443" providerId="ADAL" clId="{D4444DDF-B0C2-4F26-9687-8AE96CD12419}" dt="2025-06-18T11:08:33.988" v="2362" actId="14100"/>
        <pc:sldMkLst>
          <pc:docMk/>
          <pc:sldMk cId="677322704" sldId="294"/>
        </pc:sldMkLst>
      </pc:sldChg>
      <pc:sldChg chg="del">
        <pc:chgData name="Reinhold Heinlein" userId="c5e5d61b-3817-4f51-a712-dcf8bfbff443" providerId="ADAL" clId="{D4444DDF-B0C2-4F26-9687-8AE96CD12419}" dt="2025-06-18T08:56:10.483" v="297" actId="47"/>
        <pc:sldMkLst>
          <pc:docMk/>
          <pc:sldMk cId="501659311" sldId="324"/>
        </pc:sldMkLst>
      </pc:sldChg>
      <pc:sldChg chg="del">
        <pc:chgData name="Reinhold Heinlein" userId="c5e5d61b-3817-4f51-a712-dcf8bfbff443" providerId="ADAL" clId="{D4444DDF-B0C2-4F26-9687-8AE96CD12419}" dt="2025-06-18T08:55:55.417" v="284" actId="47"/>
        <pc:sldMkLst>
          <pc:docMk/>
          <pc:sldMk cId="1900873510" sldId="325"/>
        </pc:sldMkLst>
      </pc:sldChg>
      <pc:sldChg chg="del">
        <pc:chgData name="Reinhold Heinlein" userId="c5e5d61b-3817-4f51-a712-dcf8bfbff443" providerId="ADAL" clId="{D4444DDF-B0C2-4F26-9687-8AE96CD12419}" dt="2025-06-18T08:55:58.876" v="285" actId="47"/>
        <pc:sldMkLst>
          <pc:docMk/>
          <pc:sldMk cId="2719714842" sldId="326"/>
        </pc:sldMkLst>
      </pc:sldChg>
      <pc:sldChg chg="del">
        <pc:chgData name="Reinhold Heinlein" userId="c5e5d61b-3817-4f51-a712-dcf8bfbff443" providerId="ADAL" clId="{D4444DDF-B0C2-4F26-9687-8AE96CD12419}" dt="2025-06-18T08:55:59.482" v="286" actId="47"/>
        <pc:sldMkLst>
          <pc:docMk/>
          <pc:sldMk cId="2756305870" sldId="327"/>
        </pc:sldMkLst>
      </pc:sldChg>
      <pc:sldChg chg="del">
        <pc:chgData name="Reinhold Heinlein" userId="c5e5d61b-3817-4f51-a712-dcf8bfbff443" providerId="ADAL" clId="{D4444DDF-B0C2-4F26-9687-8AE96CD12419}" dt="2025-06-18T08:56:00.131" v="287" actId="47"/>
        <pc:sldMkLst>
          <pc:docMk/>
          <pc:sldMk cId="1377623855" sldId="328"/>
        </pc:sldMkLst>
      </pc:sldChg>
      <pc:sldChg chg="del">
        <pc:chgData name="Reinhold Heinlein" userId="c5e5d61b-3817-4f51-a712-dcf8bfbff443" providerId="ADAL" clId="{D4444DDF-B0C2-4F26-9687-8AE96CD12419}" dt="2025-06-18T08:56:00.712" v="288" actId="47"/>
        <pc:sldMkLst>
          <pc:docMk/>
          <pc:sldMk cId="4054621891" sldId="329"/>
        </pc:sldMkLst>
      </pc:sldChg>
      <pc:sldChg chg="del">
        <pc:chgData name="Reinhold Heinlein" userId="c5e5d61b-3817-4f51-a712-dcf8bfbff443" providerId="ADAL" clId="{D4444DDF-B0C2-4F26-9687-8AE96CD12419}" dt="2025-06-18T08:56:01.979" v="289" actId="47"/>
        <pc:sldMkLst>
          <pc:docMk/>
          <pc:sldMk cId="964645156" sldId="330"/>
        </pc:sldMkLst>
      </pc:sldChg>
      <pc:sldChg chg="del">
        <pc:chgData name="Reinhold Heinlein" userId="c5e5d61b-3817-4f51-a712-dcf8bfbff443" providerId="ADAL" clId="{D4444DDF-B0C2-4F26-9687-8AE96CD12419}" dt="2025-06-18T08:56:02.542" v="290" actId="47"/>
        <pc:sldMkLst>
          <pc:docMk/>
          <pc:sldMk cId="2936980827" sldId="331"/>
        </pc:sldMkLst>
      </pc:sldChg>
      <pc:sldChg chg="del">
        <pc:chgData name="Reinhold Heinlein" userId="c5e5d61b-3817-4f51-a712-dcf8bfbff443" providerId="ADAL" clId="{D4444DDF-B0C2-4F26-9687-8AE96CD12419}" dt="2025-06-18T08:56:03.254" v="291" actId="47"/>
        <pc:sldMkLst>
          <pc:docMk/>
          <pc:sldMk cId="3552782920" sldId="332"/>
        </pc:sldMkLst>
      </pc:sldChg>
      <pc:sldChg chg="del">
        <pc:chgData name="Reinhold Heinlein" userId="c5e5d61b-3817-4f51-a712-dcf8bfbff443" providerId="ADAL" clId="{D4444DDF-B0C2-4F26-9687-8AE96CD12419}" dt="2025-06-18T08:56:03.941" v="292" actId="47"/>
        <pc:sldMkLst>
          <pc:docMk/>
          <pc:sldMk cId="905114315" sldId="333"/>
        </pc:sldMkLst>
      </pc:sldChg>
      <pc:sldChg chg="del">
        <pc:chgData name="Reinhold Heinlein" userId="c5e5d61b-3817-4f51-a712-dcf8bfbff443" providerId="ADAL" clId="{D4444DDF-B0C2-4F26-9687-8AE96CD12419}" dt="2025-06-18T08:56:04.916" v="293" actId="47"/>
        <pc:sldMkLst>
          <pc:docMk/>
          <pc:sldMk cId="2853713050" sldId="334"/>
        </pc:sldMkLst>
      </pc:sldChg>
      <pc:sldChg chg="del">
        <pc:chgData name="Reinhold Heinlein" userId="c5e5d61b-3817-4f51-a712-dcf8bfbff443" providerId="ADAL" clId="{D4444DDF-B0C2-4F26-9687-8AE96CD12419}" dt="2025-06-18T08:56:06.429" v="295" actId="47"/>
        <pc:sldMkLst>
          <pc:docMk/>
          <pc:sldMk cId="1191206472" sldId="335"/>
        </pc:sldMkLst>
      </pc:sldChg>
      <pc:sldChg chg="del">
        <pc:chgData name="Reinhold Heinlein" userId="c5e5d61b-3817-4f51-a712-dcf8bfbff443" providerId="ADAL" clId="{D4444DDF-B0C2-4F26-9687-8AE96CD12419}" dt="2025-06-18T08:56:06.078" v="294" actId="47"/>
        <pc:sldMkLst>
          <pc:docMk/>
          <pc:sldMk cId="318181740" sldId="336"/>
        </pc:sldMkLst>
      </pc:sldChg>
      <pc:sldChg chg="del">
        <pc:chgData name="Reinhold Heinlein" userId="c5e5d61b-3817-4f51-a712-dcf8bfbff443" providerId="ADAL" clId="{D4444DDF-B0C2-4F26-9687-8AE96CD12419}" dt="2025-06-18T08:56:07.376" v="296" actId="47"/>
        <pc:sldMkLst>
          <pc:docMk/>
          <pc:sldMk cId="173588279" sldId="337"/>
        </pc:sldMkLst>
      </pc:sldChg>
      <pc:sldChg chg="addSp delSp modSp add mod">
        <pc:chgData name="Reinhold Heinlein" userId="c5e5d61b-3817-4f51-a712-dcf8bfbff443" providerId="ADAL" clId="{D4444DDF-B0C2-4F26-9687-8AE96CD12419}" dt="2025-06-18T10:07:50.133" v="1899" actId="207"/>
        <pc:sldMkLst>
          <pc:docMk/>
          <pc:sldMk cId="2688594072" sldId="338"/>
        </pc:sldMkLst>
      </pc:sldChg>
      <pc:sldChg chg="modSp add mod">
        <pc:chgData name="Reinhold Heinlein" userId="c5e5d61b-3817-4f51-a712-dcf8bfbff443" providerId="ADAL" clId="{D4444DDF-B0C2-4F26-9687-8AE96CD12419}" dt="2025-06-18T09:19:38.145" v="834" actId="20577"/>
        <pc:sldMkLst>
          <pc:docMk/>
          <pc:sldMk cId="3960014978" sldId="339"/>
        </pc:sldMkLst>
      </pc:sldChg>
      <pc:sldChg chg="modSp add mod ord">
        <pc:chgData name="Reinhold Heinlein" userId="c5e5d61b-3817-4f51-a712-dcf8bfbff443" providerId="ADAL" clId="{D4444DDF-B0C2-4F26-9687-8AE96CD12419}" dt="2025-06-18T09:27:06.614" v="1046" actId="207"/>
        <pc:sldMkLst>
          <pc:docMk/>
          <pc:sldMk cId="540285682" sldId="340"/>
        </pc:sldMkLst>
      </pc:sldChg>
      <pc:sldChg chg="modSp add mod">
        <pc:chgData name="Reinhold Heinlein" userId="c5e5d61b-3817-4f51-a712-dcf8bfbff443" providerId="ADAL" clId="{D4444DDF-B0C2-4F26-9687-8AE96CD12419}" dt="2025-06-18T09:32:14.012" v="1158" actId="20577"/>
        <pc:sldMkLst>
          <pc:docMk/>
          <pc:sldMk cId="2478688360" sldId="341"/>
        </pc:sldMkLst>
      </pc:sldChg>
      <pc:sldChg chg="addSp modSp add mod">
        <pc:chgData name="Reinhold Heinlein" userId="c5e5d61b-3817-4f51-a712-dcf8bfbff443" providerId="ADAL" clId="{D4444DDF-B0C2-4F26-9687-8AE96CD12419}" dt="2025-06-18T09:54:22.497" v="1597" actId="14100"/>
        <pc:sldMkLst>
          <pc:docMk/>
          <pc:sldMk cId="3601434426" sldId="342"/>
        </pc:sldMkLst>
      </pc:sldChg>
      <pc:sldChg chg="addSp delSp modSp add mod">
        <pc:chgData name="Reinhold Heinlein" userId="c5e5d61b-3817-4f51-a712-dcf8bfbff443" providerId="ADAL" clId="{D4444DDF-B0C2-4F26-9687-8AE96CD12419}" dt="2025-06-18T10:10:26.525" v="1928" actId="20577"/>
        <pc:sldMkLst>
          <pc:docMk/>
          <pc:sldMk cId="2380973110" sldId="343"/>
        </pc:sldMkLst>
      </pc:sldChg>
      <pc:sldChg chg="modSp add mod ord">
        <pc:chgData name="Reinhold Heinlein" userId="c5e5d61b-3817-4f51-a712-dcf8bfbff443" providerId="ADAL" clId="{D4444DDF-B0C2-4F26-9687-8AE96CD12419}" dt="2025-06-18T10:13:31.007" v="2030" actId="20577"/>
        <pc:sldMkLst>
          <pc:docMk/>
          <pc:sldMk cId="3079878753" sldId="344"/>
        </pc:sldMkLst>
      </pc:sldChg>
      <pc:sldChg chg="modSp add mod ord">
        <pc:chgData name="Reinhold Heinlein" userId="c5e5d61b-3817-4f51-a712-dcf8bfbff443" providerId="ADAL" clId="{D4444DDF-B0C2-4F26-9687-8AE96CD12419}" dt="2025-06-18T11:13:16.841" v="2592" actId="20577"/>
        <pc:sldMkLst>
          <pc:docMk/>
          <pc:sldMk cId="853613291" sldId="345"/>
        </pc:sldMkLst>
      </pc:sldChg>
      <pc:sldChg chg="addSp modSp add mod">
        <pc:chgData name="Reinhold Heinlein" userId="c5e5d61b-3817-4f51-a712-dcf8bfbff443" providerId="ADAL" clId="{D4444DDF-B0C2-4F26-9687-8AE96CD12419}" dt="2025-06-18T10:58:17.766" v="2319" actId="207"/>
        <pc:sldMkLst>
          <pc:docMk/>
          <pc:sldMk cId="685152697" sldId="346"/>
        </pc:sldMkLst>
      </pc:sldChg>
      <pc:sldChg chg="modSp add mod">
        <pc:chgData name="Reinhold Heinlein" userId="c5e5d61b-3817-4f51-a712-dcf8bfbff443" providerId="ADAL" clId="{D4444DDF-B0C2-4F26-9687-8AE96CD12419}" dt="2025-06-18T11:24:25.607" v="2593" actId="20577"/>
        <pc:sldMkLst>
          <pc:docMk/>
          <pc:sldMk cId="335956104" sldId="347"/>
        </pc:sldMkLst>
      </pc:sldChg>
      <pc:sldChg chg="addSp delSp modSp add del mod">
        <pc:chgData name="Reinhold Heinlein" userId="c5e5d61b-3817-4f51-a712-dcf8bfbff443" providerId="ADAL" clId="{D4444DDF-B0C2-4F26-9687-8AE96CD12419}" dt="2025-06-18T11:07:26.311" v="2360" actId="2696"/>
        <pc:sldMkLst>
          <pc:docMk/>
          <pc:sldMk cId="3267632517" sldId="347"/>
        </pc:sldMkLst>
      </pc:sldChg>
      <pc:sldChg chg="modSp add mod ord">
        <pc:chgData name="Reinhold Heinlein" userId="c5e5d61b-3817-4f51-a712-dcf8bfbff443" providerId="ADAL" clId="{D4444DDF-B0C2-4F26-9687-8AE96CD12419}" dt="2025-06-18T11:33:28.922" v="2722" actId="20577"/>
        <pc:sldMkLst>
          <pc:docMk/>
          <pc:sldMk cId="3756765807" sldId="348"/>
        </pc:sldMkLst>
      </pc:sldChg>
      <pc:sldChg chg="modSp add mod">
        <pc:chgData name="Reinhold Heinlein" userId="c5e5d61b-3817-4f51-a712-dcf8bfbff443" providerId="ADAL" clId="{D4444DDF-B0C2-4F26-9687-8AE96CD12419}" dt="2025-06-19T09:22:39.256" v="3063" actId="20577"/>
        <pc:sldMkLst>
          <pc:docMk/>
          <pc:sldMk cId="3277624640" sldId="349"/>
        </pc:sldMkLst>
      </pc:sldChg>
      <pc:sldChg chg="modSp add mod">
        <pc:chgData name="Reinhold Heinlein" userId="c5e5d61b-3817-4f51-a712-dcf8bfbff443" providerId="ADAL" clId="{D4444DDF-B0C2-4F26-9687-8AE96CD12419}" dt="2025-06-19T09:23:28.846" v="3071" actId="20577"/>
        <pc:sldMkLst>
          <pc:docMk/>
          <pc:sldMk cId="1367380946" sldId="35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43CF07-9307-6C48-9A7D-CFB6D27789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7DB75-BAF4-B743-9A92-74B92A91E0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C6B3-A39F-7849-8137-15C55F281F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1F245-9DFC-A14D-946D-EB14F66A9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025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360570-2B09-DB43-BBE0-DA076DA911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4877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7A739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E3B5BC-7C7D-A745-8158-A53C466D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208958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9EC6F0B-C9B0-464E-ABF8-505FA2B99A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421" y="1916832"/>
            <a:ext cx="1219139" cy="2690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13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1E2BFEE-0AD7-C548-92B3-DE639BB40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E54718D-4C22-E94B-A4C0-C34A3A4257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7834" y="3057655"/>
            <a:ext cx="1219139" cy="67321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2000" b="1" i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5B2378F-7E74-5649-B1F7-5BE87863FD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8505" y="5373216"/>
            <a:ext cx="1219139" cy="57606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bg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 dirty="0"/>
              <a:t>Presentation date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A8BFE-74A7-E94B-8A00-4CD70EAFA367}"/>
              </a:ext>
            </a:extLst>
          </p:cNvPr>
          <p:cNvCxnSpPr>
            <a:cxnSpLocks/>
          </p:cNvCxnSpPr>
          <p:nvPr userDrawn="1"/>
        </p:nvCxnSpPr>
        <p:spPr>
          <a:xfrm>
            <a:off x="1919288" y="1916832"/>
            <a:ext cx="0" cy="38022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0"/>
            <a:ext cx="1787872" cy="895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7226853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1207" userDrawn="1">
          <p15:clr>
            <a:srgbClr val="FBAE40"/>
          </p15:clr>
        </p15:guide>
        <p15:guide id="2" pos="12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nd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E3DBD-28B5-6744-B93D-384D879A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1974055"/>
            <a:ext cx="651562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4221163"/>
            <a:ext cx="6515620" cy="6031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800" b="0" i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450603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64AAA3-E9D4-B544-B77B-0789573E9C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591" y="689701"/>
            <a:ext cx="7886700" cy="1011108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rgbClr val="7A739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1" y="1700808"/>
            <a:ext cx="6551612" cy="4608512"/>
          </a:xfrm>
          <a:prstGeom prst="rect">
            <a:avLst/>
          </a:prstGeom>
        </p:spPr>
        <p:txBody>
          <a:bodyPr lIns="0" tIns="0" rIns="0" bIns="0"/>
          <a:lstStyle>
            <a:lvl1pPr marL="266700" indent="-257175">
              <a:buClr>
                <a:srgbClr val="7A7392"/>
              </a:buClr>
              <a:tabLst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6912239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56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s, text and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34AA9-9B1B-7D49-821B-E768D4FE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687614"/>
            <a:ext cx="7886700" cy="101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900113" y="1700213"/>
            <a:ext cx="6551612" cy="4465637"/>
          </a:xfrm>
          <a:prstGeom prst="rect">
            <a:avLst/>
          </a:prstGeom>
        </p:spPr>
        <p:txBody>
          <a:bodyPr lIns="0" tIns="0" rIns="0" bIns="0"/>
          <a:lstStyle>
            <a:lvl1pPr marL="266700" indent="-266700">
              <a:buClr>
                <a:srgbClr val="7A7392"/>
              </a:buClr>
              <a:buFont typeface="+mj-lt"/>
              <a:buAutoNum type="arabi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3431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952750" indent="-514350">
              <a:buFont typeface="+mj-lt"/>
              <a:buAutoNum type="arabicPeriod"/>
              <a:defRPr sz="1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86068825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D85A6-D158-2E49-90B4-F2441730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3622766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A63C3-2B19-3E4C-861A-2B5A52BA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8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Bullet Point</a:t>
            </a:r>
          </a:p>
          <a:p>
            <a:pPr lvl="2"/>
            <a:r>
              <a:rPr lang="en-US" dirty="0"/>
              <a:t>Third Bullet Point</a:t>
            </a:r>
          </a:p>
          <a:p>
            <a:pPr lvl="3"/>
            <a:endParaRPr lang="en-US" dirty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6455156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style with numbered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A39C-6E99-FE4F-B641-F44C7B4B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93610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 baseline="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  <a:p>
            <a:pPr lvl="3"/>
            <a:endParaRPr lang="en-GB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4284663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66700" marR="0" indent="-26670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+mj-lt"/>
              <a:buAutoNum type="arabicPeriod"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  <a:lvl2pPr marL="541338" indent="-274638">
              <a:buClr>
                <a:srgbClr val="7A7392"/>
              </a:buClr>
              <a:buFont typeface="+mj-lt"/>
              <a:buAutoNum type="romanLcPeriod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96938" indent="-2667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252538" indent="-285750">
              <a:buFont typeface="Arial" panose="020B0604020202020204" pitchFamily="34" charset="0"/>
              <a:buChar char="̶"/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Number Position Number 2</a:t>
            </a:r>
          </a:p>
          <a:p>
            <a:pPr lvl="2"/>
            <a:r>
              <a:rPr lang="en-GB" dirty="0"/>
              <a:t>Number Position Number 3</a:t>
            </a:r>
          </a:p>
          <a:p>
            <a:pPr lvl="3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76518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graph 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0C80B-5DE2-104C-BCD7-114FA55C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515" y="692697"/>
            <a:ext cx="7886700" cy="8620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1"/>
          </p:nvPr>
        </p:nvSpPr>
        <p:spPr>
          <a:xfrm>
            <a:off x="899592" y="1554760"/>
            <a:ext cx="6515620" cy="45380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7534947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column text style with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65AE-FBB8-C547-A863-8ACFC537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1" y="692696"/>
            <a:ext cx="7886700" cy="9361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899592" y="1628800"/>
            <a:ext cx="316758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0" marR="0" indent="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 b="0" i="0" baseline="0">
                <a:solidFill>
                  <a:schemeClr val="tx1"/>
                </a:solidFill>
                <a:latin typeface="+mn-lt"/>
                <a:ea typeface="Tahoma"/>
                <a:cs typeface="Tahoma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>
          <a:xfrm>
            <a:off x="4284663" y="1628799"/>
            <a:ext cx="3816350" cy="446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861172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ED979-55B4-3C48-802B-10CF449D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692697"/>
            <a:ext cx="7886700" cy="720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215" y="1412776"/>
            <a:ext cx="9144000" cy="595119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80606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AD231-0526-BA4B-A751-485A68D4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2" y="692697"/>
            <a:ext cx="7454131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461052"/>
            <a:ext cx="302418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59113" y="1461053"/>
            <a:ext cx="3020316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9113" y="4149725"/>
            <a:ext cx="3020316" cy="27082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8225" y="1461052"/>
            <a:ext cx="3025775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21980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332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5" orient="horz" pos="2614" userDrawn="1">
          <p15:clr>
            <a:srgbClr val="FBAE40"/>
          </p15:clr>
        </p15:guide>
        <p15:guide id="6" pos="567" userDrawn="1">
          <p15:clr>
            <a:srgbClr val="FBAE40"/>
          </p15:clr>
        </p15:guide>
        <p15:guide id="8" pos="1927" userDrawn="1">
          <p15:clr>
            <a:srgbClr val="FBAE40"/>
          </p15:clr>
        </p15:guide>
        <p15:guide id="9" pos="3854" userDrawn="1">
          <p15:clr>
            <a:srgbClr val="FBAE40"/>
          </p15:clr>
        </p15:guide>
        <p15:guide id="10" orient="horz" pos="25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E2A74-33A9-1E47-9EBD-B4B8BA3C3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7683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458065" y="1461052"/>
            <a:ext cx="2547073" cy="4536504"/>
          </a:xfrm>
          <a:prstGeom prst="rect">
            <a:avLst/>
          </a:prstGeom>
        </p:spPr>
        <p:txBody>
          <a:bodyPr lIns="0" tIns="0" rIns="0" bIns="0" numCol="1" spcCol="216000"/>
          <a:lstStyle>
            <a:lvl1pPr marL="285750" marR="0" indent="-285750" algn="l" defTabSz="606425" rtl="0" eaLnBrk="1" fontAlgn="base" latinLnBrk="0" hangingPunct="1">
              <a:lnSpc>
                <a:spcPts val="2000"/>
              </a:lnSpc>
              <a:spcBef>
                <a:spcPts val="0"/>
              </a:spcBef>
              <a:spcAft>
                <a:spcPct val="0"/>
              </a:spcAft>
              <a:buClr>
                <a:srgbClr val="7A7392"/>
              </a:buClr>
              <a:buSzTx/>
              <a:buFont typeface="Arial" panose="020B0604020202020204" pitchFamily="34" charset="0"/>
              <a:buChar char="•"/>
              <a:tabLst/>
              <a:defRPr sz="2000" b="0" i="0" baseline="0">
                <a:solidFill>
                  <a:schemeClr val="tx1"/>
                </a:solidFill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1338" indent="-274638">
              <a:buClr>
                <a:srgbClr val="7A7392"/>
              </a:buClr>
              <a:buFont typeface="Courier New" panose="02070309020205020404" pitchFamily="49" charset="0"/>
              <a:buChar char="o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08038" indent="-177800">
              <a:buClr>
                <a:srgbClr val="7A7392"/>
              </a:buClr>
              <a:buFont typeface="Arial" panose="020B0604020202020204" pitchFamily="34" charset="0"/>
              <a:buChar char="̶"/>
              <a:defRPr sz="20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163638" indent="-301625">
              <a:defRPr sz="1400">
                <a:latin typeface="+mn-lt"/>
                <a:ea typeface="Tahoma" panose="020B0604030504040204" pitchFamily="34" charset="0"/>
                <a:cs typeface="Tahoma" panose="020B0604030504040204" pitchFamily="34" charset="0"/>
              </a:defRPr>
            </a:lvl4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Second Bullet Point</a:t>
            </a:r>
          </a:p>
          <a:p>
            <a:pPr lvl="2"/>
            <a:r>
              <a:rPr lang="en-GB" dirty="0"/>
              <a:t>Third Bullet Point</a:t>
            </a:r>
          </a:p>
          <a:p>
            <a:pPr lvl="3"/>
            <a:endParaRPr lang="en-GB" dirty="0"/>
          </a:p>
        </p:txBody>
      </p:sp>
      <p:sp>
        <p:nvSpPr>
          <p:cNvPr id="5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1650" y="1461052"/>
            <a:ext cx="3043238" cy="539694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1400" y="4146550"/>
            <a:ext cx="3022600" cy="2711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1400" y="1461053"/>
            <a:ext cx="3022599" cy="26505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4538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3856" userDrawn="1">
          <p15:clr>
            <a:srgbClr val="FBAE40"/>
          </p15:clr>
        </p15:guide>
        <p15:guide id="4" pos="3833" userDrawn="1">
          <p15:clr>
            <a:srgbClr val="FBAE40"/>
          </p15:clr>
        </p15:guide>
        <p15:guide id="6" orient="horz" pos="2590" userDrawn="1">
          <p15:clr>
            <a:srgbClr val="FBAE40"/>
          </p15:clr>
        </p15:guide>
        <p15:guide id="7" orient="horz" pos="261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AFF90F4-0461-4994-8ECC-80648A92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065" y="692697"/>
            <a:ext cx="7886700" cy="11969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042988" y="1916832"/>
            <a:ext cx="7058025" cy="35283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1pPr>
            <a:lvl2pPr marL="6096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2pPr>
            <a:lvl3pPr marL="12192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3pPr>
            <a:lvl4pPr marL="18288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4pPr>
            <a:lvl5pPr marL="2438400" indent="0">
              <a:lnSpc>
                <a:spcPts val="3600"/>
              </a:lnSpc>
              <a:buNone/>
              <a:defRPr sz="2800" b="0" i="1" baseline="0">
                <a:solidFill>
                  <a:srgbClr val="7A7392"/>
                </a:solidFill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1042988" y="5661025"/>
            <a:ext cx="7058025" cy="119697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1pPr>
            <a:lvl2pPr marL="6096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2pPr>
            <a:lvl3pPr marL="12192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3pPr>
            <a:lvl4pPr marL="18288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4pPr>
            <a:lvl5pPr marL="2438400" indent="0" algn="r">
              <a:lnSpc>
                <a:spcPts val="1800"/>
              </a:lnSpc>
              <a:buNone/>
              <a:defRPr sz="1800" baseline="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4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91BB70-497C-4277-BE10-470B42F4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15403" y="2852936"/>
            <a:ext cx="4283969" cy="25922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9600"/>
              </a:lnSpc>
              <a:buNone/>
              <a:defRPr sz="13000" b="0" i="0" baseline="0">
                <a:solidFill>
                  <a:srgbClr val="7A7392"/>
                </a:solidFill>
                <a:latin typeface="+mj-lt"/>
                <a:ea typeface="Georgia" charset="0"/>
                <a:cs typeface="Georgia" charset="0"/>
              </a:defRPr>
            </a:lvl1pPr>
            <a:lvl2pPr marL="6096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2pPr>
            <a:lvl3pPr marL="12192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3pPr>
            <a:lvl4pPr marL="18288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4pPr>
            <a:lvl5pPr marL="2438400" indent="0" algn="r">
              <a:lnSpc>
                <a:spcPts val="3600"/>
              </a:lnSpc>
              <a:buNone/>
              <a:defRPr sz="9600" b="0" i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5pPr>
          </a:lstStyle>
          <a:p>
            <a:pPr lvl="0"/>
            <a:r>
              <a:rPr lang="en-GB" dirty="0"/>
              <a:t>100%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9D4CE-1D53-486E-821D-6DD3FBD41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9338" y="2852738"/>
            <a:ext cx="3656012" cy="2592387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rgbClr val="7A7392"/>
                </a:solidFill>
              </a:defRPr>
            </a:lvl1pPr>
            <a:lvl2pPr marL="609600" indent="0">
              <a:buNone/>
              <a:defRPr sz="2000">
                <a:solidFill>
                  <a:srgbClr val="7A7392"/>
                </a:solidFill>
              </a:defRPr>
            </a:lvl2pPr>
            <a:lvl3pPr marL="1219200" indent="0">
              <a:buNone/>
              <a:defRPr sz="2000">
                <a:solidFill>
                  <a:srgbClr val="7A7392"/>
                </a:solidFill>
              </a:defRPr>
            </a:lvl3pPr>
            <a:lvl4pPr marL="1828800" indent="0">
              <a:buNone/>
              <a:defRPr sz="2000">
                <a:solidFill>
                  <a:srgbClr val="7A7392"/>
                </a:solidFill>
              </a:defRPr>
            </a:lvl4pPr>
            <a:lvl5pPr marL="2438400" indent="0">
              <a:buNone/>
              <a:defRPr sz="2000">
                <a:solidFill>
                  <a:srgbClr val="7A739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Text Placeholder 14"/>
          <p:cNvSpPr>
            <a:spLocks noGrp="1"/>
          </p:cNvSpPr>
          <p:nvPr>
            <p:ph type="body" sz="quarter" idx="14"/>
          </p:nvPr>
        </p:nvSpPr>
        <p:spPr>
          <a:xfrm>
            <a:off x="970980" y="5661025"/>
            <a:ext cx="7129412" cy="64829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1pPr>
            <a:lvl2pPr marL="6096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2pPr>
            <a:lvl3pPr marL="12192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3pPr>
            <a:lvl4pPr marL="18288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4pPr>
            <a:lvl5pPr marL="2438400" indent="0" algn="r">
              <a:lnSpc>
                <a:spcPts val="1400"/>
              </a:lnSpc>
              <a:buNone/>
              <a:defRPr sz="1800" baseline="0">
                <a:solidFill>
                  <a:schemeClr val="tx1"/>
                </a:solidFill>
                <a:latin typeface="Tahoma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973426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3631A212-DAA8-B544-9BA8-9F3465AA8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92697"/>
            <a:ext cx="7886700" cy="72007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D7E385-10D3-CC4C-B8C0-4CD9D91D4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0"/>
            <a:ext cx="1081087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  <p:sldLayoutId id="2147483973" r:id="rId12"/>
    <p:sldLayoutId id="2147483974" r:id="rId13"/>
    <p:sldLayoutId id="2147483975" r:id="rId14"/>
  </p:sldLayoutIdLst>
  <p:transition spd="slow">
    <p:fade/>
  </p:transition>
  <p:hf hdr="0" ftr="0" dt="0"/>
  <p:txStyles>
    <p:titleStyle>
      <a:lvl1pPr algn="l" defTabSz="606425" rtl="0" eaLnBrk="1" fontAlgn="base" hangingPunct="1">
        <a:spcBef>
          <a:spcPct val="0"/>
        </a:spcBef>
        <a:spcAft>
          <a:spcPct val="0"/>
        </a:spcAft>
        <a:defRPr sz="3600" kern="1200">
          <a:solidFill>
            <a:srgbClr val="7A7392"/>
          </a:solidFill>
          <a:latin typeface="+mj-lt"/>
          <a:ea typeface="ＭＳ Ｐゴシック" charset="0"/>
          <a:cs typeface="ＭＳ Ｐゴシック" charset="0"/>
        </a:defRPr>
      </a:lvl1pPr>
      <a:lvl2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6425" rtl="0" eaLnBrk="1" fontAlgn="base" hangingPunct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55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10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664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18" algn="ctr" defTabSz="60955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4025" indent="-4540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87425" indent="-3778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08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04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0025" indent="-301625" algn="l" defTabSz="60642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29AE-110C-40B7-9DF3-A4A07ADF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826" y="1915479"/>
            <a:ext cx="5689524" cy="3745769"/>
          </a:xfrm>
        </p:spPr>
        <p:txBody>
          <a:bodyPr/>
          <a:lstStyle/>
          <a:p>
            <a:r>
              <a:rPr lang="en-GB" noProof="0" dirty="0"/>
              <a:t>UMET9U-30-1- Professional Skills for Banking and Finance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Lecture 12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D6D5A-6272-44C9-9121-5A48D169B9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 sz="2000" noProof="0" dirty="0"/>
              <a:t>Presented by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07F5E-61FF-45D2-B0E6-0386A93DB4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6420" y="2323736"/>
            <a:ext cx="1219139" cy="601207"/>
          </a:xfrm>
        </p:spPr>
        <p:txBody>
          <a:bodyPr/>
          <a:lstStyle/>
          <a:p>
            <a:r>
              <a:rPr lang="en-GB" sz="2000" noProof="0" dirty="0"/>
              <a:t>Reinhold Heinlein</a:t>
            </a:r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61A58E-4331-43B5-A70A-203EF9F254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Dec</a:t>
            </a:r>
            <a:r>
              <a:rPr lang="en-GB" noProof="0" dirty="0"/>
              <a:t>ember 2025</a:t>
            </a:r>
          </a:p>
        </p:txBody>
      </p:sp>
    </p:spTree>
    <p:extLst>
      <p:ext uri="{BB962C8B-B14F-4D97-AF65-F5344CB8AC3E}">
        <p14:creationId xmlns:p14="http://schemas.microsoft.com/office/powerpoint/2010/main" val="371339850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02C33-84D3-4C74-9F36-3265F3BE9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168" y="764704"/>
            <a:ext cx="6515620" cy="2952328"/>
          </a:xfrm>
        </p:spPr>
        <p:txBody>
          <a:bodyPr>
            <a:normAutofit/>
          </a:bodyPr>
          <a:lstStyle/>
          <a:p>
            <a:r>
              <a:rPr lang="en-GB" sz="3200" noProof="0" dirty="0">
                <a:solidFill>
                  <a:schemeClr val="accent4"/>
                </a:solidFill>
              </a:rPr>
              <a:t>Lecture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63DF7-30A5-4CDB-B2AD-10BDF696FB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6474" y="1772816"/>
            <a:ext cx="6515620" cy="3384376"/>
          </a:xfrm>
        </p:spPr>
        <p:txBody>
          <a:bodyPr/>
          <a:lstStyle/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Probability distributions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Binomial distribution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Normal distribution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Z table</a:t>
            </a: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>
              <a:buClr>
                <a:srgbClr val="7A7392"/>
              </a:buClr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indent="-257175">
              <a:buClr>
                <a:srgbClr val="7A7392"/>
              </a:buClr>
              <a:buFont typeface="Arial" charset="0"/>
              <a:buChar char="•"/>
              <a:defRPr/>
            </a:pPr>
            <a:endParaRPr lang="en-GB" sz="2400" noProof="0" dirty="0">
              <a:solidFill>
                <a:prstClr val="black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66700" marR="0" lvl="0" indent="-257175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buFont typeface="Arial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9525" marR="0" lvl="0" algn="l" defTabSz="606425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7A7392"/>
              </a:buClr>
              <a:buSzTx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884623810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B426B-A441-3A5E-8180-5BE022447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7C48C-C56A-6447-6B9C-807BB7B4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Probability theory – building blocks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B033B-BA17-A349-74FA-C2EEC4D02A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753123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An </a:t>
            </a:r>
            <a:r>
              <a:rPr lang="en-GB" sz="2400" noProof="0" dirty="0">
                <a:solidFill>
                  <a:srgbClr val="FF0000"/>
                </a:solidFill>
              </a:rPr>
              <a:t>experiment</a:t>
            </a:r>
            <a:r>
              <a:rPr lang="en-GB" sz="2400" noProof="0" dirty="0"/>
              <a:t> is an activity which has a number of possible outcomes.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 </a:t>
            </a:r>
            <a:r>
              <a:rPr lang="en-GB" sz="2400" dirty="0">
                <a:solidFill>
                  <a:srgbClr val="FF0000"/>
                </a:solidFill>
              </a:rPr>
              <a:t>trial </a:t>
            </a:r>
            <a:r>
              <a:rPr lang="en-GB" sz="2400" dirty="0"/>
              <a:t>is a single performance of the experiment with a single outcome.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The </a:t>
            </a:r>
            <a:r>
              <a:rPr lang="en-GB" sz="2400" noProof="0" dirty="0">
                <a:solidFill>
                  <a:srgbClr val="FF0000"/>
                </a:solidFill>
              </a:rPr>
              <a:t>sample space </a:t>
            </a:r>
            <a:r>
              <a:rPr lang="en-GB" sz="2400" noProof="0" dirty="0"/>
              <a:t>consists of all the possible outcomes. The outcomes in the sample space are mutually exclusive.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The </a:t>
            </a:r>
            <a:r>
              <a:rPr lang="en-GB" sz="2400" dirty="0">
                <a:solidFill>
                  <a:srgbClr val="FF0000"/>
                </a:solidFill>
              </a:rPr>
              <a:t>probability of an outcome </a:t>
            </a:r>
            <a:r>
              <a:rPr lang="en-GB" sz="2400" dirty="0"/>
              <a:t>is the chance of this outcome occurring.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An</a:t>
            </a:r>
            <a:r>
              <a:rPr lang="en-GB" sz="2400" noProof="0" dirty="0">
                <a:solidFill>
                  <a:srgbClr val="FF0000"/>
                </a:solidFill>
              </a:rPr>
              <a:t> event </a:t>
            </a:r>
            <a:r>
              <a:rPr lang="en-GB" sz="2400" noProof="0" dirty="0"/>
              <a:t>is </a:t>
            </a:r>
            <a:r>
              <a:rPr lang="en-GB" sz="2400" dirty="0"/>
              <a:t>a collection of outcomes within the sample space. Example: event of odd number on the roll of a dice consists of the outcomes 1, 3 and 5.</a:t>
            </a: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dirty="0"/>
              <a:t>	</a:t>
            </a: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365134632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5E86-512B-C559-9D0D-427DE590F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EE36-32DB-B4CA-6E45-00FE5B5F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Probability of an outcome 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0C708D9-47D5-1492-7C3C-75BFB3CCA2A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noProof="0" dirty="0"/>
                  <a:t>The probability of an outcome must lie between 0 and 1. </a:t>
                </a:r>
                <a14:m>
                  <m:oMath xmlns:m="http://schemas.openxmlformats.org/officeDocument/2006/math">
                    <m:r>
                      <a:rPr lang="en-GB" sz="24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GB" sz="2400" b="0" i="0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Pr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GB" sz="24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)≤1</m:t>
                    </m:r>
                  </m:oMath>
                </a14:m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sum of the probabilities for all the outcomes is 1.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GB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nary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The complement of an outcome is everything in the sample space apart from the outcome. </a:t>
                </a:r>
              </a:p>
              <a:p>
                <a:pPr marL="274638" lvl="1" indent="0">
                  <a:buNone/>
                </a:pPr>
                <a:r>
                  <a:rPr lang="en-GB" sz="2400" b="0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𝑛𝑜𝑡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r>
                  <a:rPr lang="en-GB" sz="2400" dirty="0"/>
                  <a:t>	</a:t>
                </a: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0C708D9-47D5-1492-7C3C-75BFB3CCA2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4753123"/>
              </a:xfrm>
              <a:blipFill>
                <a:blip r:embed="rId2"/>
                <a:stretch>
                  <a:fillRect l="-2955" t="-2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806613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7638-CFC0-BA4A-E26E-6E8A2951D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D5A0-73C6-860F-DBEC-181BE9A72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Probability distributions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1498D-3DFB-B752-7FF4-2C541926CA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4753123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 </a:t>
            </a:r>
            <a:r>
              <a:rPr lang="en-GB" sz="2400" dirty="0">
                <a:solidFill>
                  <a:srgbClr val="FF0000"/>
                </a:solidFill>
              </a:rPr>
              <a:t>random variable </a:t>
            </a:r>
            <a:r>
              <a:rPr lang="en-GB" sz="2400" dirty="0"/>
              <a:t>is one whose outcome is a result of chance.</a:t>
            </a:r>
            <a:endParaRPr lang="en-GB" sz="2400" noProof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noProof="0" dirty="0"/>
              <a:t>We have discussed some basic ways in which we can describe a set of actual statistical data: mean, variance, histogram.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But to draw useful conclusions from statistical data, we need to go beyond description, to analysis.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To do this, we need to have some idea, or model of the type of distribution of data we might expect a priori. We can then compare the actual data with the prior expectations.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r>
              <a:rPr lang="en-GB" sz="2400" dirty="0"/>
              <a:t>	</a:t>
            </a: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108140416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8BA49-9B32-620D-1FE5-5AFBD127F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26958-5483-C387-44B0-1F3675BAA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Some standard probability distributions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2AC54-4DB2-76AF-4BB8-5C25B8E129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</a:rPr>
              <a:t>Binomial</a:t>
            </a:r>
            <a:r>
              <a:rPr lang="en-GB" sz="2400" dirty="0"/>
              <a:t> - when the underlying probability experiment has only two possible outcomes (e.g. tossing a coin).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</a:rPr>
              <a:t>Normal</a:t>
            </a:r>
            <a:r>
              <a:rPr lang="en-GB" sz="2400" dirty="0"/>
              <a:t> - when many small independent factors influence a variable (e.g. height, influenced by genes, diet, etc.).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</a:rPr>
              <a:t>Poisson</a:t>
            </a:r>
            <a:r>
              <a:rPr lang="en-GB" sz="2400" dirty="0"/>
              <a:t> - for rare events, when the probability of occurrence is low.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</a:rPr>
              <a:t>t distribution</a:t>
            </a:r>
            <a:r>
              <a:rPr lang="en-GB" sz="2400" dirty="0"/>
              <a:t> – similar like normal, slightly more extreme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</a:rPr>
              <a:t>F distribution</a:t>
            </a:r>
            <a:r>
              <a:rPr lang="en-GB" sz="2400" dirty="0"/>
              <a:t> – is an asymmetric distribution.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19862245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9EB57-ADAF-EFDD-47BE-ACF55DA4A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8A2D1-5DC7-755E-1E0B-64697FFE0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Binomial distribution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B0B6A0-2CF7-398B-6C8A-E8C5524C7AD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We toss a coin 5 times and count the heads. There are six possible scores we can get for the number of heads – 0 up to 5. How likely is each to occur?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We can think about this in terms of the different possible sequences of heads and tails we might get – e.g. HHTHT or HTTTH.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If the coin is fair, each sequence is equally likely. So, what we need to do is count up the number of possible sequences that can give each number of heads.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How many possible sequences are there? Well, there are five trials, and each can have two possible outcomes. This means there are 2x2x2x2x2 possible sequences,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=32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AB0B6A0-2CF7-398B-6C8A-E8C5524C7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 r="-2556" b="-1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6786494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2338A-AF9E-7455-9057-AF549CB6F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75DA-7806-243E-3DCB-A32740935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Binomial distribution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4353D-6C7E-42FE-0B66-0C75993CE7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How many of these sequences give exactly 0 heads? Clearly only 1: TTTTT.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How many give 1 head? There are 5 of these, as the sole head can occur in any of the five tosses – that is, we can get HTTTT, THTTT, TTHTT, TTTHT, TTTTH.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How many give 2 heads? HHTTT, HTHTT, HTTHT, HTTTH, THHTT, THTHT, THTTH, TTHHT, TTHTH, TTTHH. There are 10 in total.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As the distribution is symmetric, we can infer the second half.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931523437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DB0D7-AA9F-F277-249B-FEA5C243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772B6-525A-DA9D-6ADF-20D36F63C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Binomial distribution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983F1B-8DF4-E62C-8EA6-E19B3E6DD4F3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dirty="0"/>
                  <a:t>The binomial distribution is symmetric and discrete.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What is the probability of the event of exactly 2 heads? 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</m:d>
                        </m:e>
                      </m:func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=0.3125=31.25%</m:t>
                      </m:r>
                    </m:oMath>
                  </m:oMathPara>
                </a14:m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983F1B-8DF4-E62C-8EA6-E19B3E6DD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476" t="-1891" b="-88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7D1ADC-9892-E874-89F0-DA8095FB8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710" y="2317750"/>
            <a:ext cx="5956581" cy="24073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92488F-73BC-98E8-655E-19DFA28D9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97" y="4967287"/>
            <a:ext cx="3730460" cy="549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61263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4D93-0DB5-7FEE-642C-AA4BBF1F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4B255-3D99-A777-CD1D-0E77812E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Normal</a:t>
            </a:r>
            <a:r>
              <a:rPr lang="en-GB" noProof="0" dirty="0"/>
              <a:t> distribution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D9BF8-F179-0B12-4799-F30F0D9894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Normal distributions are</a:t>
            </a:r>
            <a:r>
              <a:rPr lang="en-GB" sz="2400" dirty="0">
                <a:solidFill>
                  <a:srgbClr val="FF0000"/>
                </a:solidFill>
              </a:rPr>
              <a:t> continuous </a:t>
            </a:r>
            <a:r>
              <a:rPr lang="en-GB" sz="2400" dirty="0"/>
              <a:t>– that is, they can take any value, or any value in a given range – for example the height, weight or income of a randomly selected individual.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 lot of variables in the real world tend to have a particular shape of distribution – the normal distribution – and a lot of statistical analysis is based on the assumption that certain variables follow some sort of normal distribution.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1899114647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B5F2D-9D15-3BE6-90B7-55BEF6ED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34CB-FF37-D2CB-E643-50383052C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Normal</a:t>
            </a:r>
            <a:r>
              <a:rPr lang="en-GB" noProof="0" dirty="0"/>
              <a:t> distribution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408DA-D5EC-BFA0-F7BD-694F45DB27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0" lvl="0" indent="0">
              <a:buNone/>
            </a:pPr>
            <a:r>
              <a:rPr lang="en-GB" sz="2400" dirty="0"/>
              <a:t>Characteristics of any normal distribution: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Bell-shaped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Symmetric about mean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Continuous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Never touches the x-axis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Total area under curve is 1.00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dirty="0"/>
              <a:t>Approximately 68% lies within 1 standard deviation of the mean, 95% within 2 standard deviations, and 99.7% within 3 standard deviations of the mean.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343749125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1203-111F-01F6-12E2-FDDF1EEFC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3FE7C-014B-72E5-2BA6-265579AC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Normal</a:t>
            </a:r>
            <a:r>
              <a:rPr lang="en-GB" noProof="0" dirty="0"/>
              <a:t> distribution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BE2CCA-181E-7A1F-975C-C520366FE15B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Data values represented by</a:t>
                </a:r>
                <a:r>
                  <a:rPr lang="en-GB" sz="2400" i="1" dirty="0"/>
                  <a:t> x </a:t>
                </a:r>
                <a:r>
                  <a:rPr lang="en-GB" sz="2400" dirty="0"/>
                  <a:t>which has mean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GB" sz="2400" dirty="0"/>
                  <a:t> and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2400" dirty="0"/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     (The symbol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sz="2400" dirty="0"/>
                  <a:t> reads ‘is distributed as’.)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Probability Function given by 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GB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BE2CCA-181E-7A1F-975C-C520366FE1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35459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925F4-76D9-1692-FE78-FF87A4F98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67C1-946C-E4AC-12D1-C00ABAA57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The Standard Normal Curve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DD6AD06-B14E-3A32-0C2A-4F783A906BAD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We fix the horizontal scale so that units of standard deviation are used (Z values) instead of X values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Data values represented by</a:t>
                </a:r>
                <a:r>
                  <a:rPr lang="en-GB" sz="2400" i="1" dirty="0"/>
                  <a:t> z </a:t>
                </a:r>
                <a:r>
                  <a:rPr lang="en-GB" sz="2400" dirty="0"/>
                  <a:t>which has mean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sz="2400" dirty="0"/>
                  <a:t> and variance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(0, 1)</m:t>
                      </m:r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Probability Function given by 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 </m:t>
                          </m:r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DD6AD06-B14E-3A32-0C2A-4F783A906B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316" t="-18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1190592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48FA5-F232-51A9-3CD1-3AEB8950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75144-2E93-0DEC-5207-94257FC4A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The Standard Normal Curve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C108028-6EFB-C829-4591-3B641F047FA6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GB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0" lang="en-GB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GB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GB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0" lang="en-GB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en-GB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kumimoji="0" lang="en-GB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Example: If mean = 40 and standard deviation = 10</a:t>
                </a:r>
              </a:p>
              <a:p>
                <a:pPr marL="0" lvl="0" indent="0">
                  <a:buNone/>
                </a:pPr>
                <a:r>
                  <a:rPr lang="pl-PL" sz="2400" dirty="0"/>
                  <a:t>When x = 50  z = 1</a:t>
                </a:r>
              </a:p>
              <a:p>
                <a:pPr marL="0" lvl="0" indent="0">
                  <a:buNone/>
                </a:pPr>
                <a:r>
                  <a:rPr lang="pl-PL" sz="2400" dirty="0"/>
                  <a:t>When x = 30  z = -1</a:t>
                </a:r>
              </a:p>
              <a:p>
                <a:pPr marL="0" lvl="0" indent="0">
                  <a:buNone/>
                </a:pPr>
                <a:r>
                  <a:rPr lang="pl-PL" sz="2400" dirty="0"/>
                  <a:t>When x = 60  z = 2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C108028-6EFB-C829-4591-3B641F047F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4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BC13E39-6702-7BDF-CB51-A61331D58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68" y="1268760"/>
            <a:ext cx="5037533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9430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DE7A-6725-52BA-5EEC-6D39ECA2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CAB0A-6B01-AD3F-2473-1342F6B60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Areas under the Curve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C5444-5F52-5090-EE19-79F2C0816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This area is 0.6826.</a:t>
            </a:r>
          </a:p>
          <a:p>
            <a:pPr marL="0" lvl="0" indent="0">
              <a:buNone/>
            </a:pPr>
            <a:r>
              <a:rPr lang="en-GB" sz="2400" dirty="0"/>
              <a:t>68.26% of values are within 1 standard deviation of the mean. There is a probability of 0.68 that a value will lie in this region.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1884C-0F33-4FCF-F2BB-44392F7A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37" y="1484784"/>
            <a:ext cx="7632327" cy="311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57551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AD677-1245-DF76-CB9C-28699D21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28642-714E-955B-C245-3D621AFA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Example: probability density functions of men’s and women’s heights</a:t>
            </a: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569571-AFD4-AAF1-8E1E-5FE5D543CBDF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0" lvl="0" indent="0">
                  <a:buNone/>
                </a:pPr>
                <a:r>
                  <a:rPr lang="en-GB" sz="2400" dirty="0"/>
                  <a:t>Let’s assume heights are normally distributed.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174, 92.16</m:t>
                          </m:r>
                        </m:e>
                      </m:d>
                    </m:oMath>
                  </m:oMathPara>
                </a14:m>
                <a:endParaRPr lang="en-GB" sz="2400" b="0" dirty="0">
                  <a:ea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:r>
                  <a:rPr lang="en-GB" sz="2400" dirty="0"/>
                  <a:t>and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GB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66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40.32</m:t>
                          </m:r>
                        </m:e>
                      </m:d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7569571-AFD4-AAF1-8E1E-5FE5D543C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476" t="-18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5885196-BE37-4CC8-3AC5-660D4194C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325780"/>
            <a:ext cx="5877236" cy="3532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26004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4323A-F51A-08C6-95CF-6F506A3B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A45E-CBA3-5177-8BD8-D5A424713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Example: what proportion of women are taller than 175 cm?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F3005-6BE4-6B64-B3ED-F16B5B411E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0112" y="1700213"/>
            <a:ext cx="7632327" cy="5157787"/>
          </a:xfrm>
        </p:spPr>
        <p:txBody>
          <a:bodyPr/>
          <a:lstStyle/>
          <a:p>
            <a:pPr marL="0" lvl="0" indent="0">
              <a:buNone/>
            </a:pPr>
            <a:endParaRPr lang="en-GB" sz="2400" dirty="0"/>
          </a:p>
          <a:p>
            <a:pPr marL="0" lvl="0" indent="0">
              <a:buNone/>
            </a:pPr>
            <a:r>
              <a:rPr lang="en-GB" sz="2400" dirty="0"/>
              <a:t>We need the blue area.</a:t>
            </a:r>
          </a:p>
          <a:p>
            <a:pPr marL="0" lvl="0" indent="0">
              <a:buNone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  <a:p>
            <a:pPr marL="0" lvl="0" indent="0">
              <a:buNone/>
            </a:pPr>
            <a:endParaRPr lang="en-GB" sz="2400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46AAD0-5E64-2D6F-48A2-DB329BA98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564904"/>
            <a:ext cx="6608637" cy="382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49268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366BC-8CF7-B6E1-1558-AE01AD173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D8710-DF73-61D5-624C-7AB3EE900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noProof="0" dirty="0"/>
              <a:t>Example: what proportion of women are taller than 175 cm?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B9D9C58-4641-E46C-D3A5-0980B03BAFB8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How many standard deviations is 175 above 166?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The standard deviation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40.32</m:t>
                        </m:r>
                      </m:e>
                    </m:ra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=6.35</m:t>
                    </m:r>
                  </m:oMath>
                </a14:m>
                <a:r>
                  <a:rPr lang="en-GB" sz="2400" dirty="0"/>
                  <a:t>, hence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175−166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6.35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=1.42</m:t>
                      </m:r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so 175 lies 1.42 </a:t>
                </a:r>
                <a:r>
                  <a:rPr lang="en-GB" sz="2400" dirty="0" err="1"/>
                  <a:t>s.d’s</a:t>
                </a:r>
                <a:r>
                  <a:rPr lang="en-GB" sz="2400" dirty="0"/>
                  <a:t> above the mean.</a:t>
                </a:r>
              </a:p>
              <a:p>
                <a:pPr marL="0" lvl="0" indent="0">
                  <a:buNone/>
                </a:pPr>
                <a:r>
                  <a:rPr lang="en-GB" sz="2400" dirty="0"/>
                  <a:t>How much of the Normal distribution lies beyond 1.42 </a:t>
                </a:r>
                <a:r>
                  <a:rPr lang="en-GB" sz="2400" dirty="0" err="1"/>
                  <a:t>s.d’s</a:t>
                </a:r>
                <a:r>
                  <a:rPr lang="en-GB" sz="2400" dirty="0"/>
                  <a:t> above the mean? Use tables of the STANDARD NORMAL DISTRIBUTION.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B9D9C58-4641-E46C-D3A5-0980B03BAF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4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832016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ED0C-F4CD-A042-FA40-B40A043A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4F3E8-BBB3-DC07-944C-7947E13F1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Z table</a:t>
            </a:r>
            <a:br>
              <a:rPr lang="en-GB" noProof="0" dirty="0"/>
            </a:br>
            <a:br>
              <a:rPr lang="en-GB" noProof="0" dirty="0"/>
            </a:br>
            <a:br>
              <a:rPr lang="en-GB" noProof="0" dirty="0"/>
            </a:b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49D21D-1A3A-DA69-0920-1C693898EC05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</p:spPr>
            <p:txBody>
              <a:bodyPr/>
              <a:lstStyle/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Body of table gives area under Z curve to the left of z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&gt;1.75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&gt;1.42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=1−0.9222=0.0778</m:t>
                      </m:r>
                    </m:oMath>
                  </m:oMathPara>
                </a14:m>
                <a:endParaRPr lang="en-GB" sz="2400" dirty="0"/>
              </a:p>
              <a:p>
                <a:pPr marL="0" lvl="0" indent="0">
                  <a:buNone/>
                </a:pPr>
                <a:r>
                  <a:rPr lang="en-GB" sz="2400" dirty="0"/>
                  <a:t>7.78% of women are taller than 175 cm</a:t>
                </a:r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0" lvl="0" indent="0">
                  <a:buNone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  <a:p>
                <a:pPr marL="0" lvl="0" indent="0">
                  <a:buNone/>
                </a:pPr>
                <a:endParaRPr lang="en-GB" sz="2400" noProof="0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949D21D-1A3A-DA69-0920-1C693898EC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900112" y="1700213"/>
                <a:ext cx="7632327" cy="5157787"/>
              </a:xfrm>
              <a:blipFill>
                <a:blip r:embed="rId2"/>
                <a:stretch>
                  <a:fillRect l="-24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1689C85-41EC-E722-9176-DEED0F3B6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5" y="1340769"/>
            <a:ext cx="7128791" cy="341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29623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CE13-887D-424D-9C90-08C9AE0EA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noProof="0" dirty="0"/>
              <a:t>Next Lecture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BF03B-6FBE-4B0C-93A0-8DB46AC1ED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591" y="1412776"/>
            <a:ext cx="6551612" cy="2880320"/>
          </a:xfrm>
        </p:spPr>
        <p:txBody>
          <a:bodyPr/>
          <a:lstStyle/>
          <a:p>
            <a:r>
              <a:rPr lang="en-GB" sz="2400" dirty="0"/>
              <a:t>Programming with Python</a:t>
            </a:r>
            <a:endParaRPr lang="en-GB" sz="2400" noProof="0" dirty="0"/>
          </a:p>
          <a:p>
            <a:pPr marL="9525" indent="0">
              <a:buNone/>
            </a:pP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63191569"/>
      </p:ext>
    </p:extLst>
  </p:cSld>
  <p:clrMapOvr>
    <a:masterClrMapping/>
  </p:clrMapOvr>
  <p:transition spd="slow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8.0&quot;&gt;&lt;object type=&quot;1&quot; unique_id=&quot;10001&quot;&gt;&lt;object type=&quot;2&quot; unique_id=&quot;10073&quot;&gt;&lt;object type=&quot;3&quot; unique_id=&quot;10074&quot;&gt;&lt;property id=&quot;20148&quot; value=&quot;5&quot;/&gt;&lt;property id=&quot;20300&quot; value=&quot;Slide 1&quot;/&gt;&lt;property id=&quot;20307&quot; value=&quot;256&quot;/&gt;&lt;/object&gt;&lt;object type=&quot;3&quot; unique_id=&quot;10075&quot;&gt;&lt;property id=&quot;20148&quot; value=&quot;5&quot;/&gt;&lt;property id=&quot;20300&quot; value=&quot;Slide 2&quot;/&gt;&lt;property id=&quot;20307&quot; value=&quot;260&quot;/&gt;&lt;/object&gt;&lt;object type=&quot;3&quot; unique_id=&quot;10076&quot;&gt;&lt;property id=&quot;20148&quot; value=&quot;5&quot;/&gt;&lt;property id=&quot;20300&quot; value=&quot;Slide 3&quot;/&gt;&lt;property id=&quot;20307&quot; value=&quot;267&quot;/&gt;&lt;/object&gt;&lt;object type=&quot;3&quot; unique_id=&quot;10077&quot;&gt;&lt;property id=&quot;20148&quot; value=&quot;5&quot;/&gt;&lt;property id=&quot;20300&quot; value=&quot;Slide 4&quot;/&gt;&lt;property id=&quot;20307&quot; value=&quot;264&quot;/&gt;&lt;/object&gt;&lt;object type=&quot;3&quot; unique_id=&quot;10078&quot;&gt;&lt;property id=&quot;20148&quot; value=&quot;5&quot;/&gt;&lt;property id=&quot;20300&quot; value=&quot;Slide 5&quot;/&gt;&lt;property id=&quot;20307&quot; value=&quot;268&quot;/&gt;&lt;/object&gt;&lt;object type=&quot;3&quot; unique_id=&quot;10079&quot;&gt;&lt;property id=&quot;20148&quot; value=&quot;5&quot;/&gt;&lt;property id=&quot;20300&quot; value=&quot;Slide 6&quot;/&gt;&lt;property id=&quot;20307&quot; value=&quot;265&quot;/&gt;&lt;/object&gt;&lt;object type=&quot;3&quot; unique_id=&quot;10080&quot;&gt;&lt;property id=&quot;20148&quot; value=&quot;5&quot;/&gt;&lt;property id=&quot;20300&quot; value=&quot;Slide 7&quot;/&gt;&lt;property id=&quot;20307&quot; value=&quot;266&quot;/&gt;&lt;/object&gt;&lt;object type=&quot;3&quot; unique_id=&quot;10081&quot;&gt;&lt;property id=&quot;20148&quot; value=&quot;5&quot;/&gt;&lt;property id=&quot;20300&quot; value=&quot;Slide 8&quot;/&gt;&lt;property id=&quot;20307&quot; value=&quot;262&quot;/&gt;&lt;/object&gt;&lt;object type=&quot;3&quot; unique_id=&quot;10082&quot;&gt;&lt;property id=&quot;20148&quot; value=&quot;5&quot;/&gt;&lt;property id=&quot;20300&quot; value=&quot;Slide 9&quot;/&gt;&lt;property id=&quot;20307&quot; value=&quot;269&quot;/&gt;&lt;/object&gt;&lt;object type=&quot;3&quot; unique_id=&quot;10083&quot;&gt;&lt;property id=&quot;20148&quot; value=&quot;5&quot;/&gt;&lt;property id=&quot;20300&quot; value=&quot;Slide 10&quot;/&gt;&lt;property id=&quot;20307&quot; value=&quot;259&quot;/&gt;&lt;/object&gt;&lt;/object&gt;&lt;object type=&quot;8&quot; unique_id=&quot;10095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WE Lilac standard" id="{B50C80D3-D9F5-4009-9938-F1B85FF744A3}" vid="{FD532FFD-1352-4344-A026-1EC031F17F7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89C2B03CC9B4B848357AD3FCA0F8D" ma:contentTypeVersion="13" ma:contentTypeDescription="Create a new document." ma:contentTypeScope="" ma:versionID="54b3e76089f828a04be55345f1a537e0">
  <xsd:schema xmlns:xsd="http://www.w3.org/2001/XMLSchema" xmlns:xs="http://www.w3.org/2001/XMLSchema" xmlns:p="http://schemas.microsoft.com/office/2006/metadata/properties" xmlns:ns3="0a63ec7c-6655-44e7-8cc1-d1896a7f84b6" xmlns:ns4="eaad8dcd-1243-433a-a0b1-5eb79d1ccaf5" targetNamespace="http://schemas.microsoft.com/office/2006/metadata/properties" ma:root="true" ma:fieldsID="7c7dfe77c3df860864662b3f0bb8129f" ns3:_="" ns4:_="">
    <xsd:import namespace="0a63ec7c-6655-44e7-8cc1-d1896a7f84b6"/>
    <xsd:import namespace="eaad8dcd-1243-433a-a0b1-5eb79d1cca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63ec7c-6655-44e7-8cc1-d1896a7f84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ad8dcd-1243-433a-a0b1-5eb79d1ccaf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D2D201-97C8-4E70-BF77-76D11DC8600F}">
  <ds:schemaRefs>
    <ds:schemaRef ds:uri="eaad8dcd-1243-433a-a0b1-5eb79d1ccaf5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0a63ec7c-6655-44e7-8cc1-d1896a7f84b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C5552B4-89B5-4F8D-B1E4-E0A34EA58D5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FBBA11-57B2-41FF-8FE3-BA0941F714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63ec7c-6655-44e7-8cc1-d1896a7f84b6"/>
    <ds:schemaRef ds:uri="eaad8dcd-1243-433a-a0b1-5eb79d1cca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UWE Lilac standard</Template>
  <TotalTime>5785</TotalTime>
  <Words>1147</Words>
  <Application>Microsoft Office PowerPoint</Application>
  <PresentationFormat>On-screen Show (4:3)</PresentationFormat>
  <Paragraphs>268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Cambria Math</vt:lpstr>
      <vt:lpstr>Courier New</vt:lpstr>
      <vt:lpstr>Georgia</vt:lpstr>
      <vt:lpstr>Tahoma</vt:lpstr>
      <vt:lpstr>Custom Design</vt:lpstr>
      <vt:lpstr>UMET9U-30-1- Professional Skills for Banking and Finance   Lecture 12</vt:lpstr>
      <vt:lpstr>Lecture content</vt:lpstr>
      <vt:lpstr>Probability theory – building blocks   </vt:lpstr>
      <vt:lpstr>Probability of an outcome    </vt:lpstr>
      <vt:lpstr>Probability distributions   </vt:lpstr>
      <vt:lpstr>Some standard probability distributions  </vt:lpstr>
      <vt:lpstr>Binomial distribution  </vt:lpstr>
      <vt:lpstr>Binomial distribution  </vt:lpstr>
      <vt:lpstr>Binomial distribution  </vt:lpstr>
      <vt:lpstr>Normal distribution  </vt:lpstr>
      <vt:lpstr>Normal distribution  </vt:lpstr>
      <vt:lpstr>Normal distribution  </vt:lpstr>
      <vt:lpstr>The Standard Normal Curve  </vt:lpstr>
      <vt:lpstr>The Standard Normal Curve  </vt:lpstr>
      <vt:lpstr>Areas under the Curve  </vt:lpstr>
      <vt:lpstr>Example: probability density functions of men’s and women’s heights  </vt:lpstr>
      <vt:lpstr>Example: what proportion of women are taller than 175 cm?   </vt:lpstr>
      <vt:lpstr>Example: what proportion of women are taller than 175 cm?   </vt:lpstr>
      <vt:lpstr>The Z table   </vt:lpstr>
      <vt:lpstr>Next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UMED8M-15-2 - Introductory econometrics   Lecture 1</dc:title>
  <dc:creator>Reinhold Heinlein</dc:creator>
  <cp:lastModifiedBy>Reinhold Heinlein</cp:lastModifiedBy>
  <cp:revision>18</cp:revision>
  <cp:lastPrinted>2016-09-22T10:08:48Z</cp:lastPrinted>
  <dcterms:created xsi:type="dcterms:W3CDTF">2021-06-15T10:15:29Z</dcterms:created>
  <dcterms:modified xsi:type="dcterms:W3CDTF">2025-06-27T07:14:09Z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0x01010078489C2B03CC9B4B848357AD3FCA0F8D</vt:lpwstr>
  </property>
</Properties>
</file>