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  <p:sldMasterId id="2147483976" r:id="rId5"/>
  </p:sldMasterIdLst>
  <p:notesMasterIdLst>
    <p:notesMasterId r:id="rId24"/>
  </p:notesMasterIdLst>
  <p:handoutMasterIdLst>
    <p:handoutMasterId r:id="rId25"/>
  </p:handoutMasterIdLst>
  <p:sldIdLst>
    <p:sldId id="256" r:id="rId6"/>
    <p:sldId id="258" r:id="rId7"/>
    <p:sldId id="273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7" r:id="rId17"/>
    <p:sldId id="346" r:id="rId18"/>
    <p:sldId id="294" r:id="rId19"/>
    <p:sldId id="348" r:id="rId20"/>
    <p:sldId id="349" r:id="rId21"/>
    <p:sldId id="350" r:id="rId22"/>
    <p:sldId id="271" r:id="rId23"/>
  </p:sldIdLst>
  <p:sldSz cx="9144000" cy="6858000" type="screen4x3"/>
  <p:notesSz cx="9144000" cy="6858000"/>
  <p:custDataLst>
    <p:tags r:id="rId2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30613"/>
    <a:srgbClr val="7A7392"/>
    <a:srgbClr val="16818D"/>
    <a:srgbClr val="1A9DAC"/>
    <a:srgbClr val="1C9DAC"/>
    <a:srgbClr val="598752"/>
    <a:srgbClr val="6DA463"/>
    <a:srgbClr val="A65C45"/>
    <a:srgbClr val="CC70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444DDF-B0C2-4F26-9687-8AE96CD12419}" v="481" dt="2025-06-18T11:38:03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1" autoAdjust="0"/>
    <p:restoredTop sz="86410"/>
  </p:normalViewPr>
  <p:slideViewPr>
    <p:cSldViewPr showGuides="1">
      <p:cViewPr varScale="1">
        <p:scale>
          <a:sx n="111" d="100"/>
          <a:sy n="111" d="100"/>
        </p:scale>
        <p:origin x="1482" y="96"/>
      </p:cViewPr>
      <p:guideLst>
        <p:guide orient="horz" pos="3838"/>
        <p:guide pos="2880"/>
        <p:guide pos="5103"/>
        <p:guide pos="6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6" d="100"/>
          <a:sy n="106" d="100"/>
        </p:scale>
        <p:origin x="196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nhold Heinlein" userId="c5e5d61b-3817-4f51-a712-dcf8bfbff443" providerId="ADAL" clId="{2810CC7D-97AB-403A-9E02-C7CB57E724EA}"/>
    <pc:docChg chg="undo custSel addSld delSld modSld sldOrd">
      <pc:chgData name="Reinhold Heinlein" userId="c5e5d61b-3817-4f51-a712-dcf8bfbff443" providerId="ADAL" clId="{2810CC7D-97AB-403A-9E02-C7CB57E724EA}" dt="2025-06-17T10:16:47.023" v="4533" actId="20577"/>
      <pc:docMkLst>
        <pc:docMk/>
      </pc:docMkLst>
      <pc:sldChg chg="modSp mod">
        <pc:chgData name="Reinhold Heinlein" userId="c5e5d61b-3817-4f51-a712-dcf8bfbff443" providerId="ADAL" clId="{2810CC7D-97AB-403A-9E02-C7CB57E724EA}" dt="2025-06-16T11:16:07.543" v="10" actId="20577"/>
        <pc:sldMkLst>
          <pc:docMk/>
          <pc:sldMk cId="371339850" sldId="256"/>
        </pc:sldMkLst>
        <pc:spChg chg="mod">
          <ac:chgData name="Reinhold Heinlein" userId="c5e5d61b-3817-4f51-a712-dcf8bfbff443" providerId="ADAL" clId="{2810CC7D-97AB-403A-9E02-C7CB57E724EA}" dt="2025-06-16T11:15:56.735" v="1" actId="20577"/>
          <ac:spMkLst>
            <pc:docMk/>
            <pc:sldMk cId="371339850" sldId="256"/>
            <ac:spMk id="2" creationId="{27F129AE-110C-40B7-9DF3-A4A07ADFD71E}"/>
          </ac:spMkLst>
        </pc:spChg>
        <pc:spChg chg="mod">
          <ac:chgData name="Reinhold Heinlein" userId="c5e5d61b-3817-4f51-a712-dcf8bfbff443" providerId="ADAL" clId="{2810CC7D-97AB-403A-9E02-C7CB57E724EA}" dt="2025-06-16T11:16:07.543" v="10" actId="20577"/>
          <ac:spMkLst>
            <pc:docMk/>
            <pc:sldMk cId="371339850" sldId="256"/>
            <ac:spMk id="6" creationId="{8261A58E-4331-43B5-A70A-203EF9F254A4}"/>
          </ac:spMkLst>
        </pc:spChg>
      </pc:sldChg>
      <pc:sldChg chg="modSp mod">
        <pc:chgData name="Reinhold Heinlein" userId="c5e5d61b-3817-4f51-a712-dcf8bfbff443" providerId="ADAL" clId="{2810CC7D-97AB-403A-9E02-C7CB57E724EA}" dt="2025-06-17T10:15:35.592" v="4524" actId="5793"/>
        <pc:sldMkLst>
          <pc:docMk/>
          <pc:sldMk cId="2884623810" sldId="258"/>
        </pc:sldMkLst>
        <pc:spChg chg="mod">
          <ac:chgData name="Reinhold Heinlein" userId="c5e5d61b-3817-4f51-a712-dcf8bfbff443" providerId="ADAL" clId="{2810CC7D-97AB-403A-9E02-C7CB57E724EA}" dt="2025-06-17T10:15:35.592" v="4524" actId="5793"/>
          <ac:spMkLst>
            <pc:docMk/>
            <pc:sldMk cId="2884623810" sldId="258"/>
            <ac:spMk id="3" creationId="{67A63DF7-30A5-4CDB-B2AD-10BDF696FBA6}"/>
          </ac:spMkLst>
        </pc:spChg>
      </pc:sldChg>
      <pc:sldChg chg="modSp mod">
        <pc:chgData name="Reinhold Heinlein" userId="c5e5d61b-3817-4f51-a712-dcf8bfbff443" providerId="ADAL" clId="{2810CC7D-97AB-403A-9E02-C7CB57E724EA}" dt="2025-06-16T13:52:24.790" v="1662" actId="20577"/>
        <pc:sldMkLst>
          <pc:docMk/>
          <pc:sldMk cId="1363191569" sldId="271"/>
        </pc:sldMkLst>
        <pc:spChg chg="mod">
          <ac:chgData name="Reinhold Heinlein" userId="c5e5d61b-3817-4f51-a712-dcf8bfbff443" providerId="ADAL" clId="{2810CC7D-97AB-403A-9E02-C7CB57E724EA}" dt="2025-06-16T13:52:24.790" v="1662" actId="20577"/>
          <ac:spMkLst>
            <pc:docMk/>
            <pc:sldMk cId="1363191569" sldId="271"/>
            <ac:spMk id="3" creationId="{ADEBF03B-6FBE-4B0C-93A0-8DB46AC1EDBD}"/>
          </ac:spMkLst>
        </pc:spChg>
      </pc:sldChg>
      <pc:sldChg chg="delSp modSp mod">
        <pc:chgData name="Reinhold Heinlein" userId="c5e5d61b-3817-4f51-a712-dcf8bfbff443" providerId="ADAL" clId="{2810CC7D-97AB-403A-9E02-C7CB57E724EA}" dt="2025-06-16T13:04:11.179" v="762" actId="12"/>
        <pc:sldMkLst>
          <pc:docMk/>
          <pc:sldMk cId="3651346321" sldId="273"/>
        </pc:sldMkLst>
        <pc:spChg chg="mod">
          <ac:chgData name="Reinhold Heinlein" userId="c5e5d61b-3817-4f51-a712-dcf8bfbff443" providerId="ADAL" clId="{2810CC7D-97AB-403A-9E02-C7CB57E724EA}" dt="2025-06-16T12:54:24.267" v="270" actId="20577"/>
          <ac:spMkLst>
            <pc:docMk/>
            <pc:sldMk cId="3651346321" sldId="273"/>
            <ac:spMk id="2" creationId="{BAB7C48C-C56A-6447-6B9C-807BB7B444E8}"/>
          </ac:spMkLst>
        </pc:spChg>
        <pc:spChg chg="mod">
          <ac:chgData name="Reinhold Heinlein" userId="c5e5d61b-3817-4f51-a712-dcf8bfbff443" providerId="ADAL" clId="{2810CC7D-97AB-403A-9E02-C7CB57E724EA}" dt="2025-06-16T13:04:11.179" v="762" actId="12"/>
          <ac:spMkLst>
            <pc:docMk/>
            <pc:sldMk cId="3651346321" sldId="273"/>
            <ac:spMk id="3" creationId="{5AEB033B-BA17-A349-74FA-C2EEC4D02ACA}"/>
          </ac:spMkLst>
        </pc:spChg>
      </pc:sldChg>
      <pc:sldChg chg="del">
        <pc:chgData name="Reinhold Heinlein" userId="c5e5d61b-3817-4f51-a712-dcf8bfbff443" providerId="ADAL" clId="{2810CC7D-97AB-403A-9E02-C7CB57E724EA}" dt="2025-06-16T13:50:35.120" v="1484" actId="47"/>
        <pc:sldMkLst>
          <pc:docMk/>
          <pc:sldMk cId="3582738935" sldId="309"/>
        </pc:sldMkLst>
      </pc:sldChg>
      <pc:sldChg chg="del">
        <pc:chgData name="Reinhold Heinlein" userId="c5e5d61b-3817-4f51-a712-dcf8bfbff443" providerId="ADAL" clId="{2810CC7D-97AB-403A-9E02-C7CB57E724EA}" dt="2025-06-16T13:50:40.082" v="1485" actId="47"/>
        <pc:sldMkLst>
          <pc:docMk/>
          <pc:sldMk cId="768144150" sldId="310"/>
        </pc:sldMkLst>
      </pc:sldChg>
      <pc:sldChg chg="del">
        <pc:chgData name="Reinhold Heinlein" userId="c5e5d61b-3817-4f51-a712-dcf8bfbff443" providerId="ADAL" clId="{2810CC7D-97AB-403A-9E02-C7CB57E724EA}" dt="2025-06-16T13:50:41.385" v="1486" actId="47"/>
        <pc:sldMkLst>
          <pc:docMk/>
          <pc:sldMk cId="2227512410" sldId="311"/>
        </pc:sldMkLst>
      </pc:sldChg>
      <pc:sldChg chg="del">
        <pc:chgData name="Reinhold Heinlein" userId="c5e5d61b-3817-4f51-a712-dcf8bfbff443" providerId="ADAL" clId="{2810CC7D-97AB-403A-9E02-C7CB57E724EA}" dt="2025-06-16T13:50:42.472" v="1487" actId="47"/>
        <pc:sldMkLst>
          <pc:docMk/>
          <pc:sldMk cId="2178000082" sldId="312"/>
        </pc:sldMkLst>
      </pc:sldChg>
      <pc:sldChg chg="del">
        <pc:chgData name="Reinhold Heinlein" userId="c5e5d61b-3817-4f51-a712-dcf8bfbff443" providerId="ADAL" clId="{2810CC7D-97AB-403A-9E02-C7CB57E724EA}" dt="2025-06-16T13:50:43.112" v="1488" actId="47"/>
        <pc:sldMkLst>
          <pc:docMk/>
          <pc:sldMk cId="2189301383" sldId="313"/>
        </pc:sldMkLst>
      </pc:sldChg>
      <pc:sldChg chg="del">
        <pc:chgData name="Reinhold Heinlein" userId="c5e5d61b-3817-4f51-a712-dcf8bfbff443" providerId="ADAL" clId="{2810CC7D-97AB-403A-9E02-C7CB57E724EA}" dt="2025-06-16T13:50:43.569" v="1489" actId="47"/>
        <pc:sldMkLst>
          <pc:docMk/>
          <pc:sldMk cId="1690705445" sldId="314"/>
        </pc:sldMkLst>
      </pc:sldChg>
      <pc:sldChg chg="del">
        <pc:chgData name="Reinhold Heinlein" userId="c5e5d61b-3817-4f51-a712-dcf8bfbff443" providerId="ADAL" clId="{2810CC7D-97AB-403A-9E02-C7CB57E724EA}" dt="2025-06-16T13:50:44.131" v="1490" actId="47"/>
        <pc:sldMkLst>
          <pc:docMk/>
          <pc:sldMk cId="2274016647" sldId="315"/>
        </pc:sldMkLst>
      </pc:sldChg>
      <pc:sldChg chg="del">
        <pc:chgData name="Reinhold Heinlein" userId="c5e5d61b-3817-4f51-a712-dcf8bfbff443" providerId="ADAL" clId="{2810CC7D-97AB-403A-9E02-C7CB57E724EA}" dt="2025-06-16T13:50:44.654" v="1491" actId="47"/>
        <pc:sldMkLst>
          <pc:docMk/>
          <pc:sldMk cId="400477789" sldId="316"/>
        </pc:sldMkLst>
      </pc:sldChg>
      <pc:sldChg chg="del">
        <pc:chgData name="Reinhold Heinlein" userId="c5e5d61b-3817-4f51-a712-dcf8bfbff443" providerId="ADAL" clId="{2810CC7D-97AB-403A-9E02-C7CB57E724EA}" dt="2025-06-16T13:50:45.111" v="1492" actId="47"/>
        <pc:sldMkLst>
          <pc:docMk/>
          <pc:sldMk cId="3556403888" sldId="317"/>
        </pc:sldMkLst>
      </pc:sldChg>
      <pc:sldChg chg="del">
        <pc:chgData name="Reinhold Heinlein" userId="c5e5d61b-3817-4f51-a712-dcf8bfbff443" providerId="ADAL" clId="{2810CC7D-97AB-403A-9E02-C7CB57E724EA}" dt="2025-06-16T13:50:45.742" v="1493" actId="47"/>
        <pc:sldMkLst>
          <pc:docMk/>
          <pc:sldMk cId="104194985" sldId="318"/>
        </pc:sldMkLst>
      </pc:sldChg>
      <pc:sldChg chg="del">
        <pc:chgData name="Reinhold Heinlein" userId="c5e5d61b-3817-4f51-a712-dcf8bfbff443" providerId="ADAL" clId="{2810CC7D-97AB-403A-9E02-C7CB57E724EA}" dt="2025-06-16T13:50:46.465" v="1494" actId="47"/>
        <pc:sldMkLst>
          <pc:docMk/>
          <pc:sldMk cId="1571714124" sldId="319"/>
        </pc:sldMkLst>
      </pc:sldChg>
      <pc:sldChg chg="del">
        <pc:chgData name="Reinhold Heinlein" userId="c5e5d61b-3817-4f51-a712-dcf8bfbff443" providerId="ADAL" clId="{2810CC7D-97AB-403A-9E02-C7CB57E724EA}" dt="2025-06-16T13:50:46.942" v="1495" actId="47"/>
        <pc:sldMkLst>
          <pc:docMk/>
          <pc:sldMk cId="996790948" sldId="320"/>
        </pc:sldMkLst>
      </pc:sldChg>
      <pc:sldChg chg="del">
        <pc:chgData name="Reinhold Heinlein" userId="c5e5d61b-3817-4f51-a712-dcf8bfbff443" providerId="ADAL" clId="{2810CC7D-97AB-403A-9E02-C7CB57E724EA}" dt="2025-06-16T13:50:47.496" v="1496" actId="47"/>
        <pc:sldMkLst>
          <pc:docMk/>
          <pc:sldMk cId="1352107890" sldId="321"/>
        </pc:sldMkLst>
      </pc:sldChg>
      <pc:sldChg chg="del">
        <pc:chgData name="Reinhold Heinlein" userId="c5e5d61b-3817-4f51-a712-dcf8bfbff443" providerId="ADAL" clId="{2810CC7D-97AB-403A-9E02-C7CB57E724EA}" dt="2025-06-16T13:50:48.086" v="1497" actId="47"/>
        <pc:sldMkLst>
          <pc:docMk/>
          <pc:sldMk cId="3806560627" sldId="322"/>
        </pc:sldMkLst>
      </pc:sldChg>
      <pc:sldChg chg="del">
        <pc:chgData name="Reinhold Heinlein" userId="c5e5d61b-3817-4f51-a712-dcf8bfbff443" providerId="ADAL" clId="{2810CC7D-97AB-403A-9E02-C7CB57E724EA}" dt="2025-06-16T13:50:49.423" v="1498" actId="47"/>
        <pc:sldMkLst>
          <pc:docMk/>
          <pc:sldMk cId="496113356" sldId="323"/>
        </pc:sldMkLst>
      </pc:sldChg>
      <pc:sldChg chg="modSp add mod">
        <pc:chgData name="Reinhold Heinlein" userId="c5e5d61b-3817-4f51-a712-dcf8bfbff443" providerId="ADAL" clId="{2810CC7D-97AB-403A-9E02-C7CB57E724EA}" dt="2025-06-16T13:30:22.548" v="1170" actId="20577"/>
        <pc:sldMkLst>
          <pc:docMk/>
          <pc:sldMk cId="501659311" sldId="324"/>
        </pc:sldMkLst>
      </pc:sldChg>
      <pc:sldChg chg="modSp add mod">
        <pc:chgData name="Reinhold Heinlein" userId="c5e5d61b-3817-4f51-a712-dcf8bfbff443" providerId="ADAL" clId="{2810CC7D-97AB-403A-9E02-C7CB57E724EA}" dt="2025-06-16T14:11:13.624" v="1684" actId="20577"/>
        <pc:sldMkLst>
          <pc:docMk/>
          <pc:sldMk cId="1900873510" sldId="325"/>
        </pc:sldMkLst>
      </pc:sldChg>
      <pc:sldChg chg="modSp add mod">
        <pc:chgData name="Reinhold Heinlein" userId="c5e5d61b-3817-4f51-a712-dcf8bfbff443" providerId="ADAL" clId="{2810CC7D-97AB-403A-9E02-C7CB57E724EA}" dt="2025-06-17T07:39:50.364" v="2036" actId="20577"/>
        <pc:sldMkLst>
          <pc:docMk/>
          <pc:sldMk cId="2719714842" sldId="326"/>
        </pc:sldMkLst>
      </pc:sldChg>
      <pc:sldChg chg="addSp delSp modSp add mod">
        <pc:chgData name="Reinhold Heinlein" userId="c5e5d61b-3817-4f51-a712-dcf8bfbff443" providerId="ADAL" clId="{2810CC7D-97AB-403A-9E02-C7CB57E724EA}" dt="2025-06-17T07:46:39.310" v="2372" actId="20577"/>
        <pc:sldMkLst>
          <pc:docMk/>
          <pc:sldMk cId="2756305870" sldId="327"/>
        </pc:sldMkLst>
      </pc:sldChg>
      <pc:sldChg chg="modSp add mod ord">
        <pc:chgData name="Reinhold Heinlein" userId="c5e5d61b-3817-4f51-a712-dcf8bfbff443" providerId="ADAL" clId="{2810CC7D-97AB-403A-9E02-C7CB57E724EA}" dt="2025-06-17T10:16:47.023" v="4533" actId="20577"/>
        <pc:sldMkLst>
          <pc:docMk/>
          <pc:sldMk cId="1377623855" sldId="328"/>
        </pc:sldMkLst>
      </pc:sldChg>
      <pc:sldChg chg="modSp add mod">
        <pc:chgData name="Reinhold Heinlein" userId="c5e5d61b-3817-4f51-a712-dcf8bfbff443" providerId="ADAL" clId="{2810CC7D-97AB-403A-9E02-C7CB57E724EA}" dt="2025-06-17T08:12:00.768" v="3031" actId="20577"/>
        <pc:sldMkLst>
          <pc:docMk/>
          <pc:sldMk cId="4054621891" sldId="329"/>
        </pc:sldMkLst>
      </pc:sldChg>
      <pc:sldChg chg="modSp add mod">
        <pc:chgData name="Reinhold Heinlein" userId="c5e5d61b-3817-4f51-a712-dcf8bfbff443" providerId="ADAL" clId="{2810CC7D-97AB-403A-9E02-C7CB57E724EA}" dt="2025-06-17T08:40:19.865" v="3293" actId="113"/>
        <pc:sldMkLst>
          <pc:docMk/>
          <pc:sldMk cId="964645156" sldId="330"/>
        </pc:sldMkLst>
      </pc:sldChg>
      <pc:sldChg chg="modSp add mod">
        <pc:chgData name="Reinhold Heinlein" userId="c5e5d61b-3817-4f51-a712-dcf8bfbff443" providerId="ADAL" clId="{2810CC7D-97AB-403A-9E02-C7CB57E724EA}" dt="2025-06-17T08:48:42.277" v="3430" actId="20577"/>
        <pc:sldMkLst>
          <pc:docMk/>
          <pc:sldMk cId="2936980827" sldId="331"/>
        </pc:sldMkLst>
      </pc:sldChg>
      <pc:sldChg chg="modSp add mod">
        <pc:chgData name="Reinhold Heinlein" userId="c5e5d61b-3817-4f51-a712-dcf8bfbff443" providerId="ADAL" clId="{2810CC7D-97AB-403A-9E02-C7CB57E724EA}" dt="2025-06-17T08:56:25.219" v="3499" actId="255"/>
        <pc:sldMkLst>
          <pc:docMk/>
          <pc:sldMk cId="3552782920" sldId="332"/>
        </pc:sldMkLst>
      </pc:sldChg>
      <pc:sldChg chg="modSp add mod">
        <pc:chgData name="Reinhold Heinlein" userId="c5e5d61b-3817-4f51-a712-dcf8bfbff443" providerId="ADAL" clId="{2810CC7D-97AB-403A-9E02-C7CB57E724EA}" dt="2025-06-17T09:01:24.436" v="3560" actId="20577"/>
        <pc:sldMkLst>
          <pc:docMk/>
          <pc:sldMk cId="905114315" sldId="333"/>
        </pc:sldMkLst>
      </pc:sldChg>
      <pc:sldChg chg="modSp add mod">
        <pc:chgData name="Reinhold Heinlein" userId="c5e5d61b-3817-4f51-a712-dcf8bfbff443" providerId="ADAL" clId="{2810CC7D-97AB-403A-9E02-C7CB57E724EA}" dt="2025-06-17T09:10:01.450" v="3643" actId="5793"/>
        <pc:sldMkLst>
          <pc:docMk/>
          <pc:sldMk cId="2853713050" sldId="334"/>
        </pc:sldMkLst>
      </pc:sldChg>
      <pc:sldChg chg="addSp modSp add mod">
        <pc:chgData name="Reinhold Heinlein" userId="c5e5d61b-3817-4f51-a712-dcf8bfbff443" providerId="ADAL" clId="{2810CC7D-97AB-403A-9E02-C7CB57E724EA}" dt="2025-06-17T09:35:24.259" v="3967" actId="20577"/>
        <pc:sldMkLst>
          <pc:docMk/>
          <pc:sldMk cId="1191206472" sldId="335"/>
        </pc:sldMkLst>
      </pc:sldChg>
      <pc:sldChg chg="delSp modSp add mod ord">
        <pc:chgData name="Reinhold Heinlein" userId="c5e5d61b-3817-4f51-a712-dcf8bfbff443" providerId="ADAL" clId="{2810CC7D-97AB-403A-9E02-C7CB57E724EA}" dt="2025-06-17T10:14:46.582" v="4507"/>
        <pc:sldMkLst>
          <pc:docMk/>
          <pc:sldMk cId="318181740" sldId="336"/>
        </pc:sldMkLst>
      </pc:sldChg>
      <pc:sldChg chg="addSp modSp add mod">
        <pc:chgData name="Reinhold Heinlein" userId="c5e5d61b-3817-4f51-a712-dcf8bfbff443" providerId="ADAL" clId="{2810CC7D-97AB-403A-9E02-C7CB57E724EA}" dt="2025-06-17T10:08:48.836" v="4505" actId="1076"/>
        <pc:sldMkLst>
          <pc:docMk/>
          <pc:sldMk cId="173588279" sldId="337"/>
        </pc:sldMkLst>
      </pc:sldChg>
    </pc:docChg>
  </pc:docChgLst>
  <pc:docChgLst>
    <pc:chgData name="Reinhold Heinlein" userId="c5e5d61b-3817-4f51-a712-dcf8bfbff443" providerId="ADAL" clId="{D4444DDF-B0C2-4F26-9687-8AE96CD12419}"/>
    <pc:docChg chg="undo redo custSel addSld delSld modSld sldOrd">
      <pc:chgData name="Reinhold Heinlein" userId="c5e5d61b-3817-4f51-a712-dcf8bfbff443" providerId="ADAL" clId="{D4444DDF-B0C2-4F26-9687-8AE96CD12419}" dt="2025-06-19T09:23:28.846" v="3071" actId="20577"/>
      <pc:docMkLst>
        <pc:docMk/>
      </pc:docMkLst>
      <pc:sldChg chg="modSp mod">
        <pc:chgData name="Reinhold Heinlein" userId="c5e5d61b-3817-4f51-a712-dcf8bfbff443" providerId="ADAL" clId="{D4444DDF-B0C2-4F26-9687-8AE96CD12419}" dt="2025-06-18T08:21:49.507" v="1" actId="20577"/>
        <pc:sldMkLst>
          <pc:docMk/>
          <pc:sldMk cId="371339850" sldId="256"/>
        </pc:sldMkLst>
        <pc:spChg chg="mod">
          <ac:chgData name="Reinhold Heinlein" userId="c5e5d61b-3817-4f51-a712-dcf8bfbff443" providerId="ADAL" clId="{D4444DDF-B0C2-4F26-9687-8AE96CD12419}" dt="2025-06-18T08:21:49.507" v="1" actId="20577"/>
          <ac:spMkLst>
            <pc:docMk/>
            <pc:sldMk cId="371339850" sldId="256"/>
            <ac:spMk id="2" creationId="{27F129AE-110C-40B7-9DF3-A4A07ADFD71E}"/>
          </ac:spMkLst>
        </pc:spChg>
      </pc:sldChg>
      <pc:sldChg chg="modSp mod">
        <pc:chgData name="Reinhold Heinlein" userId="c5e5d61b-3817-4f51-a712-dcf8bfbff443" providerId="ADAL" clId="{D4444DDF-B0C2-4F26-9687-8AE96CD12419}" dt="2025-06-18T08:22:37.126" v="5" actId="20577"/>
        <pc:sldMkLst>
          <pc:docMk/>
          <pc:sldMk cId="2884623810" sldId="258"/>
        </pc:sldMkLst>
        <pc:spChg chg="mod">
          <ac:chgData name="Reinhold Heinlein" userId="c5e5d61b-3817-4f51-a712-dcf8bfbff443" providerId="ADAL" clId="{D4444DDF-B0C2-4F26-9687-8AE96CD12419}" dt="2025-06-18T08:22:37.126" v="5" actId="20577"/>
          <ac:spMkLst>
            <pc:docMk/>
            <pc:sldMk cId="2884623810" sldId="258"/>
            <ac:spMk id="3" creationId="{67A63DF7-30A5-4CDB-B2AD-10BDF696FBA6}"/>
          </ac:spMkLst>
        </pc:spChg>
      </pc:sldChg>
      <pc:sldChg chg="modSp mod">
        <pc:chgData name="Reinhold Heinlein" userId="c5e5d61b-3817-4f51-a712-dcf8bfbff443" providerId="ADAL" clId="{D4444DDF-B0C2-4F26-9687-8AE96CD12419}" dt="2025-06-18T08:58:45.803" v="440" actId="20577"/>
        <pc:sldMkLst>
          <pc:docMk/>
          <pc:sldMk cId="1363191569" sldId="271"/>
        </pc:sldMkLst>
        <pc:spChg chg="mod">
          <ac:chgData name="Reinhold Heinlein" userId="c5e5d61b-3817-4f51-a712-dcf8bfbff443" providerId="ADAL" clId="{D4444DDF-B0C2-4F26-9687-8AE96CD12419}" dt="2025-06-18T08:58:45.803" v="440" actId="20577"/>
          <ac:spMkLst>
            <pc:docMk/>
            <pc:sldMk cId="1363191569" sldId="271"/>
            <ac:spMk id="3" creationId="{ADEBF03B-6FBE-4B0C-93A0-8DB46AC1EDBD}"/>
          </ac:spMkLst>
        </pc:spChg>
      </pc:sldChg>
      <pc:sldChg chg="modSp mod">
        <pc:chgData name="Reinhold Heinlein" userId="c5e5d61b-3817-4f51-a712-dcf8bfbff443" providerId="ADAL" clId="{D4444DDF-B0C2-4F26-9687-8AE96CD12419}" dt="2025-06-18T13:24:24.838" v="3062" actId="20577"/>
        <pc:sldMkLst>
          <pc:docMk/>
          <pc:sldMk cId="3651346321" sldId="273"/>
        </pc:sldMkLst>
        <pc:spChg chg="mod">
          <ac:chgData name="Reinhold Heinlein" userId="c5e5d61b-3817-4f51-a712-dcf8bfbff443" providerId="ADAL" clId="{D4444DDF-B0C2-4F26-9687-8AE96CD12419}" dt="2025-06-18T13:24:24.838" v="3062" actId="20577"/>
          <ac:spMkLst>
            <pc:docMk/>
            <pc:sldMk cId="3651346321" sldId="273"/>
            <ac:spMk id="3" creationId="{5AEB033B-BA17-A349-74FA-C2EEC4D02ACA}"/>
          </ac:spMkLst>
        </pc:spChg>
      </pc:sldChg>
      <pc:sldChg chg="modSp add mod">
        <pc:chgData name="Reinhold Heinlein" userId="c5e5d61b-3817-4f51-a712-dcf8bfbff443" providerId="ADAL" clId="{D4444DDF-B0C2-4F26-9687-8AE96CD12419}" dt="2025-06-18T11:08:33.988" v="2362" actId="14100"/>
        <pc:sldMkLst>
          <pc:docMk/>
          <pc:sldMk cId="677322704" sldId="294"/>
        </pc:sldMkLst>
        <pc:spChg chg="mod">
          <ac:chgData name="Reinhold Heinlein" userId="c5e5d61b-3817-4f51-a712-dcf8bfbff443" providerId="ADAL" clId="{D4444DDF-B0C2-4F26-9687-8AE96CD12419}" dt="2025-06-18T11:06:53.758" v="2359" actId="20577"/>
          <ac:spMkLst>
            <pc:docMk/>
            <pc:sldMk cId="677322704" sldId="294"/>
            <ac:spMk id="37931" creationId="{00000000-0000-0000-0000-000000000000}"/>
          </ac:spMkLst>
        </pc:spChg>
        <pc:graphicFrameChg chg="modGraphic">
          <ac:chgData name="Reinhold Heinlein" userId="c5e5d61b-3817-4f51-a712-dcf8bfbff443" providerId="ADAL" clId="{D4444DDF-B0C2-4F26-9687-8AE96CD12419}" dt="2025-06-18T11:08:33.988" v="2362" actId="14100"/>
          <ac:graphicFrameMkLst>
            <pc:docMk/>
            <pc:sldMk cId="677322704" sldId="294"/>
            <ac:graphicFrameMk id="51249" creationId="{00000000-0000-0000-0000-000000000000}"/>
          </ac:graphicFrameMkLst>
        </pc:graphicFrameChg>
      </pc:sldChg>
      <pc:sldChg chg="del">
        <pc:chgData name="Reinhold Heinlein" userId="c5e5d61b-3817-4f51-a712-dcf8bfbff443" providerId="ADAL" clId="{D4444DDF-B0C2-4F26-9687-8AE96CD12419}" dt="2025-06-18T08:56:10.483" v="297" actId="47"/>
        <pc:sldMkLst>
          <pc:docMk/>
          <pc:sldMk cId="501659311" sldId="324"/>
        </pc:sldMkLst>
      </pc:sldChg>
      <pc:sldChg chg="del">
        <pc:chgData name="Reinhold Heinlein" userId="c5e5d61b-3817-4f51-a712-dcf8bfbff443" providerId="ADAL" clId="{D4444DDF-B0C2-4F26-9687-8AE96CD12419}" dt="2025-06-18T08:55:55.417" v="284" actId="47"/>
        <pc:sldMkLst>
          <pc:docMk/>
          <pc:sldMk cId="1900873510" sldId="325"/>
        </pc:sldMkLst>
      </pc:sldChg>
      <pc:sldChg chg="del">
        <pc:chgData name="Reinhold Heinlein" userId="c5e5d61b-3817-4f51-a712-dcf8bfbff443" providerId="ADAL" clId="{D4444DDF-B0C2-4F26-9687-8AE96CD12419}" dt="2025-06-18T08:55:58.876" v="285" actId="47"/>
        <pc:sldMkLst>
          <pc:docMk/>
          <pc:sldMk cId="2719714842" sldId="326"/>
        </pc:sldMkLst>
      </pc:sldChg>
      <pc:sldChg chg="del">
        <pc:chgData name="Reinhold Heinlein" userId="c5e5d61b-3817-4f51-a712-dcf8bfbff443" providerId="ADAL" clId="{D4444DDF-B0C2-4F26-9687-8AE96CD12419}" dt="2025-06-18T08:55:59.482" v="286" actId="47"/>
        <pc:sldMkLst>
          <pc:docMk/>
          <pc:sldMk cId="2756305870" sldId="327"/>
        </pc:sldMkLst>
      </pc:sldChg>
      <pc:sldChg chg="del">
        <pc:chgData name="Reinhold Heinlein" userId="c5e5d61b-3817-4f51-a712-dcf8bfbff443" providerId="ADAL" clId="{D4444DDF-B0C2-4F26-9687-8AE96CD12419}" dt="2025-06-18T08:56:00.131" v="287" actId="47"/>
        <pc:sldMkLst>
          <pc:docMk/>
          <pc:sldMk cId="1377623855" sldId="328"/>
        </pc:sldMkLst>
      </pc:sldChg>
      <pc:sldChg chg="del">
        <pc:chgData name="Reinhold Heinlein" userId="c5e5d61b-3817-4f51-a712-dcf8bfbff443" providerId="ADAL" clId="{D4444DDF-B0C2-4F26-9687-8AE96CD12419}" dt="2025-06-18T08:56:00.712" v="288" actId="47"/>
        <pc:sldMkLst>
          <pc:docMk/>
          <pc:sldMk cId="4054621891" sldId="329"/>
        </pc:sldMkLst>
      </pc:sldChg>
      <pc:sldChg chg="del">
        <pc:chgData name="Reinhold Heinlein" userId="c5e5d61b-3817-4f51-a712-dcf8bfbff443" providerId="ADAL" clId="{D4444DDF-B0C2-4F26-9687-8AE96CD12419}" dt="2025-06-18T08:56:01.979" v="289" actId="47"/>
        <pc:sldMkLst>
          <pc:docMk/>
          <pc:sldMk cId="964645156" sldId="330"/>
        </pc:sldMkLst>
      </pc:sldChg>
      <pc:sldChg chg="del">
        <pc:chgData name="Reinhold Heinlein" userId="c5e5d61b-3817-4f51-a712-dcf8bfbff443" providerId="ADAL" clId="{D4444DDF-B0C2-4F26-9687-8AE96CD12419}" dt="2025-06-18T08:56:02.542" v="290" actId="47"/>
        <pc:sldMkLst>
          <pc:docMk/>
          <pc:sldMk cId="2936980827" sldId="331"/>
        </pc:sldMkLst>
      </pc:sldChg>
      <pc:sldChg chg="del">
        <pc:chgData name="Reinhold Heinlein" userId="c5e5d61b-3817-4f51-a712-dcf8bfbff443" providerId="ADAL" clId="{D4444DDF-B0C2-4F26-9687-8AE96CD12419}" dt="2025-06-18T08:56:03.254" v="291" actId="47"/>
        <pc:sldMkLst>
          <pc:docMk/>
          <pc:sldMk cId="3552782920" sldId="332"/>
        </pc:sldMkLst>
      </pc:sldChg>
      <pc:sldChg chg="del">
        <pc:chgData name="Reinhold Heinlein" userId="c5e5d61b-3817-4f51-a712-dcf8bfbff443" providerId="ADAL" clId="{D4444DDF-B0C2-4F26-9687-8AE96CD12419}" dt="2025-06-18T08:56:03.941" v="292" actId="47"/>
        <pc:sldMkLst>
          <pc:docMk/>
          <pc:sldMk cId="905114315" sldId="333"/>
        </pc:sldMkLst>
      </pc:sldChg>
      <pc:sldChg chg="del">
        <pc:chgData name="Reinhold Heinlein" userId="c5e5d61b-3817-4f51-a712-dcf8bfbff443" providerId="ADAL" clId="{D4444DDF-B0C2-4F26-9687-8AE96CD12419}" dt="2025-06-18T08:56:04.916" v="293" actId="47"/>
        <pc:sldMkLst>
          <pc:docMk/>
          <pc:sldMk cId="2853713050" sldId="334"/>
        </pc:sldMkLst>
      </pc:sldChg>
      <pc:sldChg chg="del">
        <pc:chgData name="Reinhold Heinlein" userId="c5e5d61b-3817-4f51-a712-dcf8bfbff443" providerId="ADAL" clId="{D4444DDF-B0C2-4F26-9687-8AE96CD12419}" dt="2025-06-18T08:56:06.429" v="295" actId="47"/>
        <pc:sldMkLst>
          <pc:docMk/>
          <pc:sldMk cId="1191206472" sldId="335"/>
        </pc:sldMkLst>
      </pc:sldChg>
      <pc:sldChg chg="del">
        <pc:chgData name="Reinhold Heinlein" userId="c5e5d61b-3817-4f51-a712-dcf8bfbff443" providerId="ADAL" clId="{D4444DDF-B0C2-4F26-9687-8AE96CD12419}" dt="2025-06-18T08:56:06.078" v="294" actId="47"/>
        <pc:sldMkLst>
          <pc:docMk/>
          <pc:sldMk cId="318181740" sldId="336"/>
        </pc:sldMkLst>
      </pc:sldChg>
      <pc:sldChg chg="del">
        <pc:chgData name="Reinhold Heinlein" userId="c5e5d61b-3817-4f51-a712-dcf8bfbff443" providerId="ADAL" clId="{D4444DDF-B0C2-4F26-9687-8AE96CD12419}" dt="2025-06-18T08:56:07.376" v="296" actId="47"/>
        <pc:sldMkLst>
          <pc:docMk/>
          <pc:sldMk cId="173588279" sldId="337"/>
        </pc:sldMkLst>
      </pc:sldChg>
      <pc:sldChg chg="addSp delSp modSp add mod">
        <pc:chgData name="Reinhold Heinlein" userId="c5e5d61b-3817-4f51-a712-dcf8bfbff443" providerId="ADAL" clId="{D4444DDF-B0C2-4F26-9687-8AE96CD12419}" dt="2025-06-18T10:07:50.133" v="1899" actId="207"/>
        <pc:sldMkLst>
          <pc:docMk/>
          <pc:sldMk cId="2688594072" sldId="338"/>
        </pc:sldMkLst>
        <pc:spChg chg="del">
          <ac:chgData name="Reinhold Heinlein" userId="c5e5d61b-3817-4f51-a712-dcf8bfbff443" providerId="ADAL" clId="{D4444DDF-B0C2-4F26-9687-8AE96CD12419}" dt="2025-06-18T08:59:50.381" v="442" actId="478"/>
          <ac:spMkLst>
            <pc:docMk/>
            <pc:sldMk cId="2688594072" sldId="338"/>
            <ac:spMk id="2" creationId="{5886ED73-D71C-5B4A-EF95-5E4C4F1FC8EC}"/>
          </ac:spMkLst>
        </pc:spChg>
        <pc:spChg chg="mod">
          <ac:chgData name="Reinhold Heinlein" userId="c5e5d61b-3817-4f51-a712-dcf8bfbff443" providerId="ADAL" clId="{D4444DDF-B0C2-4F26-9687-8AE96CD12419}" dt="2025-06-18T10:07:50.133" v="1899" actId="207"/>
          <ac:spMkLst>
            <pc:docMk/>
            <pc:sldMk cId="2688594072" sldId="338"/>
            <ac:spMk id="3" creationId="{9D641762-3A67-79A1-C20C-AC16FAAA6B50}"/>
          </ac:spMkLst>
        </pc:spChg>
        <pc:spChg chg="add del mod">
          <ac:chgData name="Reinhold Heinlein" userId="c5e5d61b-3817-4f51-a712-dcf8bfbff443" providerId="ADAL" clId="{D4444DDF-B0C2-4F26-9687-8AE96CD12419}" dt="2025-06-18T08:59:52.423" v="443" actId="478"/>
          <ac:spMkLst>
            <pc:docMk/>
            <pc:sldMk cId="2688594072" sldId="338"/>
            <ac:spMk id="5" creationId="{91AD5E85-324A-9DC7-F65E-59E5E5881AC3}"/>
          </ac:spMkLst>
        </pc:spChg>
      </pc:sldChg>
      <pc:sldChg chg="modSp add mod">
        <pc:chgData name="Reinhold Heinlein" userId="c5e5d61b-3817-4f51-a712-dcf8bfbff443" providerId="ADAL" clId="{D4444DDF-B0C2-4F26-9687-8AE96CD12419}" dt="2025-06-18T09:19:38.145" v="834" actId="20577"/>
        <pc:sldMkLst>
          <pc:docMk/>
          <pc:sldMk cId="3960014978" sldId="339"/>
        </pc:sldMkLst>
        <pc:spChg chg="mod">
          <ac:chgData name="Reinhold Heinlein" userId="c5e5d61b-3817-4f51-a712-dcf8bfbff443" providerId="ADAL" clId="{D4444DDF-B0C2-4F26-9687-8AE96CD12419}" dt="2025-06-18T09:19:38.145" v="834" actId="20577"/>
          <ac:spMkLst>
            <pc:docMk/>
            <pc:sldMk cId="3960014978" sldId="339"/>
            <ac:spMk id="3" creationId="{2505E53F-CEDE-C68D-AB23-70ACEBF334BE}"/>
          </ac:spMkLst>
        </pc:spChg>
      </pc:sldChg>
      <pc:sldChg chg="modSp add mod ord">
        <pc:chgData name="Reinhold Heinlein" userId="c5e5d61b-3817-4f51-a712-dcf8bfbff443" providerId="ADAL" clId="{D4444DDF-B0C2-4F26-9687-8AE96CD12419}" dt="2025-06-18T09:27:06.614" v="1046" actId="207"/>
        <pc:sldMkLst>
          <pc:docMk/>
          <pc:sldMk cId="540285682" sldId="340"/>
        </pc:sldMkLst>
        <pc:spChg chg="mod">
          <ac:chgData name="Reinhold Heinlein" userId="c5e5d61b-3817-4f51-a712-dcf8bfbff443" providerId="ADAL" clId="{D4444DDF-B0C2-4F26-9687-8AE96CD12419}" dt="2025-06-18T09:27:06.614" v="1046" actId="207"/>
          <ac:spMkLst>
            <pc:docMk/>
            <pc:sldMk cId="540285682" sldId="340"/>
            <ac:spMk id="3" creationId="{595F57F8-6C1D-F20D-2E21-FBC2DF047586}"/>
          </ac:spMkLst>
        </pc:spChg>
      </pc:sldChg>
      <pc:sldChg chg="modSp add mod">
        <pc:chgData name="Reinhold Heinlein" userId="c5e5d61b-3817-4f51-a712-dcf8bfbff443" providerId="ADAL" clId="{D4444DDF-B0C2-4F26-9687-8AE96CD12419}" dt="2025-06-18T09:32:14.012" v="1158" actId="20577"/>
        <pc:sldMkLst>
          <pc:docMk/>
          <pc:sldMk cId="2478688360" sldId="341"/>
        </pc:sldMkLst>
        <pc:spChg chg="mod">
          <ac:chgData name="Reinhold Heinlein" userId="c5e5d61b-3817-4f51-a712-dcf8bfbff443" providerId="ADAL" clId="{D4444DDF-B0C2-4F26-9687-8AE96CD12419}" dt="2025-06-18T09:32:14.012" v="1158" actId="20577"/>
          <ac:spMkLst>
            <pc:docMk/>
            <pc:sldMk cId="2478688360" sldId="341"/>
            <ac:spMk id="3" creationId="{F914AE9E-222B-80EE-8FC4-6094E8913F13}"/>
          </ac:spMkLst>
        </pc:spChg>
      </pc:sldChg>
      <pc:sldChg chg="addSp modSp add mod">
        <pc:chgData name="Reinhold Heinlein" userId="c5e5d61b-3817-4f51-a712-dcf8bfbff443" providerId="ADAL" clId="{D4444DDF-B0C2-4F26-9687-8AE96CD12419}" dt="2025-06-18T09:54:22.497" v="1597" actId="14100"/>
        <pc:sldMkLst>
          <pc:docMk/>
          <pc:sldMk cId="3601434426" sldId="342"/>
        </pc:sldMkLst>
        <pc:spChg chg="mod">
          <ac:chgData name="Reinhold Heinlein" userId="c5e5d61b-3817-4f51-a712-dcf8bfbff443" providerId="ADAL" clId="{D4444DDF-B0C2-4F26-9687-8AE96CD12419}" dt="2025-06-18T09:49:03.704" v="1434" actId="20577"/>
          <ac:spMkLst>
            <pc:docMk/>
            <pc:sldMk cId="3601434426" sldId="342"/>
            <ac:spMk id="3" creationId="{8F83C467-81B6-70EB-1EDF-1DF43C3E2349}"/>
          </ac:spMkLst>
        </pc:spChg>
        <pc:graphicFrameChg chg="add mod modGraphic">
          <ac:chgData name="Reinhold Heinlein" userId="c5e5d61b-3817-4f51-a712-dcf8bfbff443" providerId="ADAL" clId="{D4444DDF-B0C2-4F26-9687-8AE96CD12419}" dt="2025-06-18T09:54:22.497" v="1597" actId="14100"/>
          <ac:graphicFrameMkLst>
            <pc:docMk/>
            <pc:sldMk cId="3601434426" sldId="342"/>
            <ac:graphicFrameMk id="2" creationId="{A7626117-ED1B-E1C7-778A-0D4FD0F70FF6}"/>
          </ac:graphicFrameMkLst>
        </pc:graphicFrameChg>
      </pc:sldChg>
      <pc:sldChg chg="addSp delSp modSp add mod">
        <pc:chgData name="Reinhold Heinlein" userId="c5e5d61b-3817-4f51-a712-dcf8bfbff443" providerId="ADAL" clId="{D4444DDF-B0C2-4F26-9687-8AE96CD12419}" dt="2025-06-18T10:10:26.525" v="1928" actId="20577"/>
        <pc:sldMkLst>
          <pc:docMk/>
          <pc:sldMk cId="2380973110" sldId="343"/>
        </pc:sldMkLst>
        <pc:spChg chg="mod">
          <ac:chgData name="Reinhold Heinlein" userId="c5e5d61b-3817-4f51-a712-dcf8bfbff443" providerId="ADAL" clId="{D4444DDF-B0C2-4F26-9687-8AE96CD12419}" dt="2025-06-18T10:10:26.525" v="1928" actId="20577"/>
          <ac:spMkLst>
            <pc:docMk/>
            <pc:sldMk cId="2380973110" sldId="343"/>
            <ac:spMk id="3" creationId="{6DC07F37-5DB6-B016-79B3-24B843C51434}"/>
          </ac:spMkLst>
        </pc:spChg>
        <pc:graphicFrameChg chg="del">
          <ac:chgData name="Reinhold Heinlein" userId="c5e5d61b-3817-4f51-a712-dcf8bfbff443" providerId="ADAL" clId="{D4444DDF-B0C2-4F26-9687-8AE96CD12419}" dt="2025-06-18T09:50:19.885" v="1445" actId="478"/>
          <ac:graphicFrameMkLst>
            <pc:docMk/>
            <pc:sldMk cId="2380973110" sldId="343"/>
            <ac:graphicFrameMk id="2" creationId="{77C13E24-D7B1-48E3-A7B7-8590B9337E6D}"/>
          </ac:graphicFrameMkLst>
        </pc:graphicFrameChg>
        <pc:graphicFrameChg chg="add mod modGraphic">
          <ac:chgData name="Reinhold Heinlein" userId="c5e5d61b-3817-4f51-a712-dcf8bfbff443" providerId="ADAL" clId="{D4444DDF-B0C2-4F26-9687-8AE96CD12419}" dt="2025-06-18T09:53:28.240" v="1590" actId="255"/>
          <ac:graphicFrameMkLst>
            <pc:docMk/>
            <pc:sldMk cId="2380973110" sldId="343"/>
            <ac:graphicFrameMk id="4" creationId="{41D3364B-CEDA-6684-227E-1E937C5B7BEC}"/>
          </ac:graphicFrameMkLst>
        </pc:graphicFrameChg>
      </pc:sldChg>
      <pc:sldChg chg="modSp add mod ord">
        <pc:chgData name="Reinhold Heinlein" userId="c5e5d61b-3817-4f51-a712-dcf8bfbff443" providerId="ADAL" clId="{D4444DDF-B0C2-4F26-9687-8AE96CD12419}" dt="2025-06-18T10:13:31.007" v="2030" actId="20577"/>
        <pc:sldMkLst>
          <pc:docMk/>
          <pc:sldMk cId="3079878753" sldId="344"/>
        </pc:sldMkLst>
        <pc:spChg chg="mod">
          <ac:chgData name="Reinhold Heinlein" userId="c5e5d61b-3817-4f51-a712-dcf8bfbff443" providerId="ADAL" clId="{D4444DDF-B0C2-4F26-9687-8AE96CD12419}" dt="2025-06-18T10:12:44.542" v="1969" actId="20577"/>
          <ac:spMkLst>
            <pc:docMk/>
            <pc:sldMk cId="3079878753" sldId="344"/>
            <ac:spMk id="2" creationId="{9538685E-9C0B-23A2-FA44-D861D77D5535}"/>
          </ac:spMkLst>
        </pc:spChg>
        <pc:spChg chg="mod">
          <ac:chgData name="Reinhold Heinlein" userId="c5e5d61b-3817-4f51-a712-dcf8bfbff443" providerId="ADAL" clId="{D4444DDF-B0C2-4F26-9687-8AE96CD12419}" dt="2025-06-18T10:13:31.007" v="2030" actId="20577"/>
          <ac:spMkLst>
            <pc:docMk/>
            <pc:sldMk cId="3079878753" sldId="344"/>
            <ac:spMk id="3" creationId="{6F5F2599-40C9-0635-52FC-8C30B47CD1B4}"/>
          </ac:spMkLst>
        </pc:spChg>
      </pc:sldChg>
      <pc:sldChg chg="modSp add mod ord">
        <pc:chgData name="Reinhold Heinlein" userId="c5e5d61b-3817-4f51-a712-dcf8bfbff443" providerId="ADAL" clId="{D4444DDF-B0C2-4F26-9687-8AE96CD12419}" dt="2025-06-18T11:13:16.841" v="2592" actId="20577"/>
        <pc:sldMkLst>
          <pc:docMk/>
          <pc:sldMk cId="853613291" sldId="345"/>
        </pc:sldMkLst>
        <pc:spChg chg="mod">
          <ac:chgData name="Reinhold Heinlein" userId="c5e5d61b-3817-4f51-a712-dcf8bfbff443" providerId="ADAL" clId="{D4444DDF-B0C2-4F26-9687-8AE96CD12419}" dt="2025-06-18T11:13:16.841" v="2592" actId="20577"/>
          <ac:spMkLst>
            <pc:docMk/>
            <pc:sldMk cId="853613291" sldId="345"/>
            <ac:spMk id="3" creationId="{26A76772-B0E7-01E5-A1D9-88DC0F61E933}"/>
          </ac:spMkLst>
        </pc:spChg>
      </pc:sldChg>
      <pc:sldChg chg="addSp modSp add mod">
        <pc:chgData name="Reinhold Heinlein" userId="c5e5d61b-3817-4f51-a712-dcf8bfbff443" providerId="ADAL" clId="{D4444DDF-B0C2-4F26-9687-8AE96CD12419}" dt="2025-06-18T10:58:17.766" v="2319" actId="207"/>
        <pc:sldMkLst>
          <pc:docMk/>
          <pc:sldMk cId="685152697" sldId="346"/>
        </pc:sldMkLst>
        <pc:spChg chg="mod">
          <ac:chgData name="Reinhold Heinlein" userId="c5e5d61b-3817-4f51-a712-dcf8bfbff443" providerId="ADAL" clId="{D4444DDF-B0C2-4F26-9687-8AE96CD12419}" dt="2025-06-18T10:58:17.766" v="2319" actId="207"/>
          <ac:spMkLst>
            <pc:docMk/>
            <pc:sldMk cId="685152697" sldId="346"/>
            <ac:spMk id="3" creationId="{AFB87D3D-D43F-C87E-42AC-E33D19A0A876}"/>
          </ac:spMkLst>
        </pc:spChg>
        <pc:picChg chg="add mod">
          <ac:chgData name="Reinhold Heinlein" userId="c5e5d61b-3817-4f51-a712-dcf8bfbff443" providerId="ADAL" clId="{D4444DDF-B0C2-4F26-9687-8AE96CD12419}" dt="2025-06-18T10:57:19.711" v="2249" actId="1076"/>
          <ac:picMkLst>
            <pc:docMk/>
            <pc:sldMk cId="685152697" sldId="346"/>
            <ac:picMk id="2" creationId="{6A37DCD1-7B6D-0E82-51A2-063D783EA6AB}"/>
          </ac:picMkLst>
        </pc:picChg>
      </pc:sldChg>
      <pc:sldChg chg="modSp add mod">
        <pc:chgData name="Reinhold Heinlein" userId="c5e5d61b-3817-4f51-a712-dcf8bfbff443" providerId="ADAL" clId="{D4444DDF-B0C2-4F26-9687-8AE96CD12419}" dt="2025-06-18T11:24:25.607" v="2593" actId="20577"/>
        <pc:sldMkLst>
          <pc:docMk/>
          <pc:sldMk cId="335956104" sldId="347"/>
        </pc:sldMkLst>
        <pc:spChg chg="mod">
          <ac:chgData name="Reinhold Heinlein" userId="c5e5d61b-3817-4f51-a712-dcf8bfbff443" providerId="ADAL" clId="{D4444DDF-B0C2-4F26-9687-8AE96CD12419}" dt="2025-06-18T11:24:25.607" v="2593" actId="20577"/>
          <ac:spMkLst>
            <pc:docMk/>
            <pc:sldMk cId="335956104" sldId="347"/>
            <ac:spMk id="3" creationId="{4D94CB87-F57A-E512-F014-BDDA654BE9C7}"/>
          </ac:spMkLst>
        </pc:spChg>
      </pc:sldChg>
      <pc:sldChg chg="addSp delSp modSp add del mod">
        <pc:chgData name="Reinhold Heinlein" userId="c5e5d61b-3817-4f51-a712-dcf8bfbff443" providerId="ADAL" clId="{D4444DDF-B0C2-4F26-9687-8AE96CD12419}" dt="2025-06-18T11:07:26.311" v="2360" actId="2696"/>
        <pc:sldMkLst>
          <pc:docMk/>
          <pc:sldMk cId="3267632517" sldId="347"/>
        </pc:sldMkLst>
        <pc:spChg chg="mod">
          <ac:chgData name="Reinhold Heinlein" userId="c5e5d61b-3817-4f51-a712-dcf8bfbff443" providerId="ADAL" clId="{D4444DDF-B0C2-4F26-9687-8AE96CD12419}" dt="2025-06-18T10:59:58.575" v="2322" actId="20577"/>
          <ac:spMkLst>
            <pc:docMk/>
            <pc:sldMk cId="3267632517" sldId="347"/>
            <ac:spMk id="3" creationId="{DB9D6433-BF37-8B13-F908-664B272469FE}"/>
          </ac:spMkLst>
        </pc:spChg>
        <pc:graphicFrameChg chg="add mod">
          <ac:chgData name="Reinhold Heinlein" userId="c5e5d61b-3817-4f51-a712-dcf8bfbff443" providerId="ADAL" clId="{D4444DDF-B0C2-4F26-9687-8AE96CD12419}" dt="2025-06-18T10:59:59.898" v="2323"/>
          <ac:graphicFrameMkLst>
            <pc:docMk/>
            <pc:sldMk cId="3267632517" sldId="347"/>
            <ac:graphicFrameMk id="4" creationId="{41E919CC-F7C7-778E-418F-537CE1D771A3}"/>
          </ac:graphicFrameMkLst>
        </pc:graphicFrameChg>
        <pc:picChg chg="del">
          <ac:chgData name="Reinhold Heinlein" userId="c5e5d61b-3817-4f51-a712-dcf8bfbff443" providerId="ADAL" clId="{D4444DDF-B0C2-4F26-9687-8AE96CD12419}" dt="2025-06-18T10:59:53.227" v="2321" actId="478"/>
          <ac:picMkLst>
            <pc:docMk/>
            <pc:sldMk cId="3267632517" sldId="347"/>
            <ac:picMk id="2" creationId="{FDF0956A-34B2-00C2-6EA0-4D85B38E0B78}"/>
          </ac:picMkLst>
        </pc:picChg>
        <pc:picChg chg="add">
          <ac:chgData name="Reinhold Heinlein" userId="c5e5d61b-3817-4f51-a712-dcf8bfbff443" providerId="ADAL" clId="{D4444DDF-B0C2-4F26-9687-8AE96CD12419}" dt="2025-06-18T11:03:46.863" v="2324"/>
          <ac:picMkLst>
            <pc:docMk/>
            <pc:sldMk cId="3267632517" sldId="347"/>
            <ac:picMk id="5" creationId="{90BF813D-3FF6-D630-F9C9-E0D3C6B6FB3B}"/>
          </ac:picMkLst>
        </pc:picChg>
      </pc:sldChg>
      <pc:sldChg chg="modSp add mod ord">
        <pc:chgData name="Reinhold Heinlein" userId="c5e5d61b-3817-4f51-a712-dcf8bfbff443" providerId="ADAL" clId="{D4444DDF-B0C2-4F26-9687-8AE96CD12419}" dt="2025-06-18T11:33:28.922" v="2722" actId="20577"/>
        <pc:sldMkLst>
          <pc:docMk/>
          <pc:sldMk cId="3756765807" sldId="348"/>
        </pc:sldMkLst>
        <pc:spChg chg="mod">
          <ac:chgData name="Reinhold Heinlein" userId="c5e5d61b-3817-4f51-a712-dcf8bfbff443" providerId="ADAL" clId="{D4444DDF-B0C2-4F26-9687-8AE96CD12419}" dt="2025-06-18T11:33:28.922" v="2722" actId="20577"/>
          <ac:spMkLst>
            <pc:docMk/>
            <pc:sldMk cId="3756765807" sldId="348"/>
            <ac:spMk id="3" creationId="{F618DAE0-D10E-F6F8-8FF7-412591398EC7}"/>
          </ac:spMkLst>
        </pc:spChg>
      </pc:sldChg>
      <pc:sldChg chg="modSp add mod">
        <pc:chgData name="Reinhold Heinlein" userId="c5e5d61b-3817-4f51-a712-dcf8bfbff443" providerId="ADAL" clId="{D4444DDF-B0C2-4F26-9687-8AE96CD12419}" dt="2025-06-19T09:22:39.256" v="3063" actId="20577"/>
        <pc:sldMkLst>
          <pc:docMk/>
          <pc:sldMk cId="3277624640" sldId="349"/>
        </pc:sldMkLst>
        <pc:spChg chg="mod">
          <ac:chgData name="Reinhold Heinlein" userId="c5e5d61b-3817-4f51-a712-dcf8bfbff443" providerId="ADAL" clId="{D4444DDF-B0C2-4F26-9687-8AE96CD12419}" dt="2025-06-19T09:22:39.256" v="3063" actId="20577"/>
          <ac:spMkLst>
            <pc:docMk/>
            <pc:sldMk cId="3277624640" sldId="349"/>
            <ac:spMk id="3" creationId="{51E1219C-CA04-F12F-2362-981856AF949E}"/>
          </ac:spMkLst>
        </pc:spChg>
      </pc:sldChg>
      <pc:sldChg chg="modSp add mod">
        <pc:chgData name="Reinhold Heinlein" userId="c5e5d61b-3817-4f51-a712-dcf8bfbff443" providerId="ADAL" clId="{D4444DDF-B0C2-4F26-9687-8AE96CD12419}" dt="2025-06-19T09:23:28.846" v="3071" actId="20577"/>
        <pc:sldMkLst>
          <pc:docMk/>
          <pc:sldMk cId="1367380946" sldId="350"/>
        </pc:sldMkLst>
        <pc:spChg chg="mod">
          <ac:chgData name="Reinhold Heinlein" userId="c5e5d61b-3817-4f51-a712-dcf8bfbff443" providerId="ADAL" clId="{D4444DDF-B0C2-4F26-9687-8AE96CD12419}" dt="2025-06-19T09:23:28.846" v="3071" actId="20577"/>
          <ac:spMkLst>
            <pc:docMk/>
            <pc:sldMk cId="1367380946" sldId="350"/>
            <ac:spMk id="3" creationId="{B7F7FF39-7F48-446F-CC01-9FFF0D2DA6E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7A73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ts val="13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6"/>
            <a:ext cx="1219139" cy="67321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7834" y="3057655"/>
            <a:ext cx="1219139" cy="67321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20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57606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A739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7A739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7A7392"/>
              </a:buClr>
              <a:tabLst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7A7392"/>
              </a:buClr>
              <a:buFont typeface="+mj-lt"/>
              <a:buAutoNum type="arabicPeriod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20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20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+mj-lt"/>
              <a:buAutoNum type="arabicPeriod"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20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+mj-lt"/>
              <a:buAutoNum type="arabicPeriod"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768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20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1969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91BB70-497C-4277-BE10-470B42F4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15403" y="2852936"/>
            <a:ext cx="4283969" cy="25922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9600"/>
              </a:lnSpc>
              <a:buNone/>
              <a:defRPr sz="13000" b="0" i="0" baseline="0">
                <a:solidFill>
                  <a:srgbClr val="7A7392"/>
                </a:solidFill>
                <a:latin typeface="+mj-lt"/>
                <a:ea typeface="Georgia" charset="0"/>
                <a:cs typeface="Georgia" charset="0"/>
              </a:defRPr>
            </a:lvl1pPr>
            <a:lvl2pPr marL="6096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2pPr>
            <a:lvl3pPr marL="12192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3pPr>
            <a:lvl4pPr marL="18288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4pPr>
            <a:lvl5pPr marL="24384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5pPr>
          </a:lstStyle>
          <a:p>
            <a:pPr lvl="0"/>
            <a:r>
              <a:rPr lang="en-GB" dirty="0"/>
              <a:t>100%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9D4CE-1D53-486E-821D-6DD3FBD41A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9338" y="2852738"/>
            <a:ext cx="3656012" cy="2592387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7A7392"/>
                </a:solidFill>
              </a:defRPr>
            </a:lvl1pPr>
            <a:lvl2pPr marL="609600" indent="0">
              <a:buNone/>
              <a:defRPr sz="2000">
                <a:solidFill>
                  <a:srgbClr val="7A7392"/>
                </a:solidFill>
              </a:defRPr>
            </a:lvl2pPr>
            <a:lvl3pPr marL="1219200" indent="0">
              <a:buNone/>
              <a:defRPr sz="2000">
                <a:solidFill>
                  <a:srgbClr val="7A7392"/>
                </a:solidFill>
              </a:defRPr>
            </a:lvl3pPr>
            <a:lvl4pPr marL="1828800" indent="0">
              <a:buNone/>
              <a:defRPr sz="2000">
                <a:solidFill>
                  <a:srgbClr val="7A7392"/>
                </a:solidFill>
              </a:defRPr>
            </a:lvl4pPr>
            <a:lvl5pPr marL="2438400" indent="0">
              <a:buNone/>
              <a:defRPr sz="2000">
                <a:solidFill>
                  <a:srgbClr val="7A739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970980" y="5661025"/>
            <a:ext cx="7129412" cy="64829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1pPr>
            <a:lvl2pPr marL="6096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2pPr>
            <a:lvl3pPr marL="12192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3pPr>
            <a:lvl4pPr marL="18288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4pPr>
            <a:lvl5pPr marL="24384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97342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84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741B-30F5-4D65-A9EC-57551C05B401}" type="datetimeFigureOut">
              <a:rPr lang="en-GB" smtClean="0"/>
              <a:pPr/>
              <a:t>19/06/2025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19D2-5B2E-4BEF-85A0-28BBE13F416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9324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741B-30F5-4D65-A9EC-57551C05B401}" type="datetimeFigureOut">
              <a:rPr lang="en-GB" smtClean="0"/>
              <a:pPr/>
              <a:t>19/06/2025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19D2-5B2E-4BEF-85A0-28BBE13F416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159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741B-30F5-4D65-A9EC-57551C05B401}" type="datetimeFigureOut">
              <a:rPr lang="en-GB" smtClean="0"/>
              <a:pPr/>
              <a:t>19/06/2025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19D2-5B2E-4BEF-85A0-28BBE13F416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7927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741B-30F5-4D65-A9EC-57551C05B401}" type="datetimeFigureOut">
              <a:rPr lang="en-GB" smtClean="0"/>
              <a:pPr/>
              <a:t>19/06/2025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19D2-5B2E-4BEF-85A0-28BBE13F416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613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741B-30F5-4D65-A9EC-57551C05B401}" type="datetimeFigureOut">
              <a:rPr lang="en-GB" smtClean="0"/>
              <a:pPr/>
              <a:t>19/06/2025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19D2-5B2E-4BEF-85A0-28BBE13F416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3973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741B-30F5-4D65-A9EC-57551C05B401}" type="datetimeFigureOut">
              <a:rPr lang="en-GB" smtClean="0"/>
              <a:pPr/>
              <a:t>19/06/2025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19D2-5B2E-4BEF-85A0-28BBE13F416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809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741B-30F5-4D65-A9EC-57551C05B401}" type="datetimeFigureOut">
              <a:rPr lang="en-GB" smtClean="0"/>
              <a:pPr/>
              <a:t>19/06/2025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19D2-5B2E-4BEF-85A0-28BBE13F416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0014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741B-30F5-4D65-A9EC-57551C05B401}" type="datetimeFigureOut">
              <a:rPr lang="en-GB" smtClean="0"/>
              <a:pPr/>
              <a:t>19/06/2025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19D2-5B2E-4BEF-85A0-28BBE13F416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4016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741B-30F5-4D65-A9EC-57551C05B401}" type="datetimeFigureOut">
              <a:rPr lang="en-GB" smtClean="0"/>
              <a:pPr/>
              <a:t>19/06/2025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19D2-5B2E-4BEF-85A0-28BBE13F416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4044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741B-30F5-4D65-A9EC-57551C05B401}" type="datetimeFigureOut">
              <a:rPr lang="en-GB" smtClean="0"/>
              <a:pPr/>
              <a:t>19/06/2025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19D2-5B2E-4BEF-85A0-28BBE13F416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0962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741B-30F5-4D65-A9EC-57551C05B401}" type="datetimeFigureOut">
              <a:rPr lang="en-GB" smtClean="0"/>
              <a:pPr/>
              <a:t>19/06/2025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19D2-5B2E-4BEF-85A0-28BBE13F416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910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8391D-2F63-48F3-9B96-1DBCA0139F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6850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CBB68-4E67-4ACD-83AC-BDF4619674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5764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BF99E2-8308-4597-9656-9787080DD5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6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7"/>
            <a:ext cx="7886700" cy="72007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5" r:id="rId14"/>
  </p:sldLayoutIdLst>
  <p:transition spd="slow">
    <p:fade/>
  </p:transition>
  <p:hf hdr="0" ftr="0" dt="0"/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7A7392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3741B-30F5-4D65-A9EC-57551C05B401}" type="datetimeFigureOut">
              <a:rPr lang="en-GB" smtClean="0"/>
              <a:pPr/>
              <a:t>19/06/2025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D19D2-5B2E-4BEF-85A0-28BBE13F416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4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  <p:sldLayoutId id="2147483984" r:id="rId8"/>
    <p:sldLayoutId id="2147483985" r:id="rId9"/>
    <p:sldLayoutId id="2147483986" r:id="rId10"/>
    <p:sldLayoutId id="2147483987" r:id="rId11"/>
    <p:sldLayoutId id="2147483988" r:id="rId12"/>
    <p:sldLayoutId id="2147483989" r:id="rId13"/>
    <p:sldLayoutId id="2147483990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29AE-110C-40B7-9DF3-A4A07ADF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3745769"/>
          </a:xfrm>
        </p:spPr>
        <p:txBody>
          <a:bodyPr/>
          <a:lstStyle/>
          <a:p>
            <a:r>
              <a:rPr lang="en-GB" dirty="0"/>
              <a:t>UMET9U-30-1- Professional Skills for Banking and Finance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Lecture 8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D6D5A-6272-44C9-9121-5A48D169B9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sz="2000" dirty="0"/>
              <a:t>Presented by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07F5E-61FF-45D2-B0E6-0386A93DB4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6"/>
            <a:ext cx="1219139" cy="601207"/>
          </a:xfrm>
        </p:spPr>
        <p:txBody>
          <a:bodyPr/>
          <a:lstStyle/>
          <a:p>
            <a:r>
              <a:rPr lang="en-GB" sz="2000" dirty="0"/>
              <a:t>Reinhold Heinlein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61A58E-4331-43B5-A70A-203EF9F254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November 2025</a:t>
            </a:r>
          </a:p>
        </p:txBody>
      </p:sp>
    </p:spTree>
    <p:extLst>
      <p:ext uri="{BB962C8B-B14F-4D97-AF65-F5344CB8AC3E}">
        <p14:creationId xmlns:p14="http://schemas.microsoft.com/office/powerpoint/2010/main" val="371339850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2C33-84D3-4C74-9F36-3265F3BE9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168" y="764704"/>
            <a:ext cx="6515620" cy="1325563"/>
          </a:xfrm>
        </p:spPr>
        <p:txBody>
          <a:bodyPr/>
          <a:lstStyle/>
          <a:p>
            <a:r>
              <a:rPr lang="en-GB" dirty="0">
                <a:solidFill>
                  <a:schemeClr val="accent4"/>
                </a:solidFill>
              </a:rPr>
              <a:t>Lecture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63DF7-30A5-4CDB-B2AD-10BDF696FB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6474" y="1772816"/>
            <a:ext cx="6515620" cy="2736304"/>
          </a:xfrm>
        </p:spPr>
        <p:txBody>
          <a:bodyPr/>
          <a:lstStyle/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Descriptive statistics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Mean, median, mode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Variance, standard deviation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Coefficient of variation</a:t>
            </a:r>
          </a:p>
          <a:p>
            <a:pPr marL="266700" indent="-257175">
              <a:buClr>
                <a:srgbClr val="7A7392"/>
              </a:buClr>
              <a:buFont typeface="Arial" charset="0"/>
              <a:buChar char="•"/>
              <a:defRPr/>
            </a:pPr>
            <a:endParaRPr lang="en-GB" sz="2400" dirty="0">
              <a:solidFill>
                <a:prstClr val="black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525">
              <a:buClr>
                <a:srgbClr val="7A7392"/>
              </a:buClr>
              <a:defRPr/>
            </a:pPr>
            <a:endParaRPr lang="en-GB" sz="2400" dirty="0">
              <a:solidFill>
                <a:prstClr val="black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indent="-257175">
              <a:buClr>
                <a:srgbClr val="7A7392"/>
              </a:buClr>
              <a:buFont typeface="Arial" charset="0"/>
              <a:buChar char="•"/>
              <a:defRPr/>
            </a:pPr>
            <a:endParaRPr lang="en-GB" sz="2400" dirty="0">
              <a:solidFill>
                <a:prstClr val="black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525" marR="0" lvl="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525" marR="0" lvl="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84623810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B426B-A441-3A5E-8180-5BE022447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C48C-C56A-6447-6B9C-807BB7B44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</a:t>
            </a:r>
            <a:br>
              <a:rPr lang="en-US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B033B-BA17-A349-74FA-C2EEC4D02A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465637"/>
          </a:xfrm>
        </p:spPr>
        <p:txBody>
          <a:bodyPr/>
          <a:lstStyle/>
          <a:p>
            <a:pPr marL="0" lv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Descriptive statistics </a:t>
            </a:r>
            <a:r>
              <a:rPr lang="en-US" sz="2400" dirty="0"/>
              <a:t>are used to </a:t>
            </a:r>
            <a:r>
              <a:rPr lang="en-US" sz="2400" dirty="0" err="1"/>
              <a:t>summarise</a:t>
            </a:r>
            <a:r>
              <a:rPr lang="en-US" sz="2400" dirty="0"/>
              <a:t> information which would otherwise be too complex to take in. </a:t>
            </a:r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r>
              <a:rPr lang="en-US" sz="2400" dirty="0"/>
              <a:t>To </a:t>
            </a:r>
            <a:r>
              <a:rPr lang="en-US" sz="2400" dirty="0" err="1"/>
              <a:t>summarise</a:t>
            </a:r>
            <a:r>
              <a:rPr lang="en-US" sz="2400" dirty="0"/>
              <a:t> we use: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Measures of location or central tendency (mean, median, mode)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Measures of dispersion (variance, standard deviation)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Measures of skewness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Measures of kurtosis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0" lvl="0" indent="0">
              <a:buNone/>
            </a:pPr>
            <a:r>
              <a:rPr lang="en-US" sz="2400" dirty="0"/>
              <a:t>(These measures are called moments of a distribution. We will focus on the first two moments.)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5134632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335AB-1206-011D-54B5-862FFDFA8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D641762-3A67-79A1-C20C-AC16FAAA6B50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908721"/>
                <a:ext cx="7632327" cy="5257130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sz="2400" dirty="0">
                    <a:solidFill>
                      <a:srgbClr val="FF0000"/>
                    </a:solidFill>
                  </a:rPr>
                  <a:t>Mean</a:t>
                </a:r>
                <a:r>
                  <a:rPr lang="en-US" sz="2400" dirty="0"/>
                  <a:t> of a population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r>
                  <a:rPr lang="en-US" sz="2400" dirty="0"/>
                  <a:t>Mean of a sample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D641762-3A67-79A1-C20C-AC16FAAA6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908721"/>
                <a:ext cx="7632327" cy="5257130"/>
              </a:xfrm>
              <a:blipFill>
                <a:blip r:embed="rId2"/>
                <a:stretch>
                  <a:fillRect l="-2476" t="-17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8594072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FA18D-DABE-E8D9-5A23-08D58C8F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505E53F-CEDE-C68D-AB23-70ACEBF334BE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908721"/>
                <a:ext cx="7632327" cy="5257130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GB" sz="2400" dirty="0"/>
                  <a:t>How to find the mean for this dataset?</a:t>
                </a:r>
              </a:p>
              <a:p>
                <a:pPr marL="0" lvl="0" indent="0">
                  <a:buNone/>
                </a:pPr>
                <a:r>
                  <a:rPr lang="en-GB" sz="2400" dirty="0"/>
                  <a:t>17, 17, 18, 18, 18, 19, 19, 20, 21, 21</a:t>
                </a:r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(17+17+…+21)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18.8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505E53F-CEDE-C68D-AB23-70ACEBF33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908721"/>
                <a:ext cx="7632327" cy="5257130"/>
              </a:xfrm>
              <a:blipFill>
                <a:blip r:embed="rId2"/>
                <a:stretch>
                  <a:fillRect l="-2476" t="-17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0014978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2A4EE-C42F-6F3A-80D9-85C712C78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F57F8-6C1D-F20D-2E21-FBC2DF0475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908721"/>
            <a:ext cx="7632327" cy="5257130"/>
          </a:xfrm>
        </p:spPr>
        <p:txBody>
          <a:bodyPr/>
          <a:lstStyle/>
          <a:p>
            <a:pPr marL="0" lvl="0" indent="0">
              <a:buNone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median</a:t>
            </a:r>
            <a:r>
              <a:rPr lang="en-US" sz="2400" dirty="0"/>
              <a:t> is the ‘number in the middle’ once the data have been put in rank order.</a:t>
            </a:r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r>
              <a:rPr lang="en-US" sz="2400" dirty="0"/>
              <a:t>If the sample size is odd:</a:t>
            </a:r>
          </a:p>
          <a:p>
            <a:pPr marL="0" indent="0">
              <a:buNone/>
            </a:pPr>
            <a:r>
              <a:rPr lang="en-GB" sz="2400" dirty="0"/>
              <a:t>17, 17, 18, 18, 18, </a:t>
            </a:r>
            <a:r>
              <a:rPr lang="en-GB" sz="2400" u="sng" dirty="0"/>
              <a:t>19</a:t>
            </a:r>
            <a:r>
              <a:rPr lang="en-GB" sz="2400" dirty="0"/>
              <a:t>, 19, 20, 21, 21 and 22		(11 values)</a:t>
            </a:r>
          </a:p>
          <a:p>
            <a:pPr marL="0" indent="0">
              <a:buNone/>
            </a:pPr>
            <a:r>
              <a:rPr lang="en-GB" sz="2400" dirty="0"/>
              <a:t>Median = 19</a:t>
            </a:r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r>
              <a:rPr lang="en-US" sz="2400" dirty="0"/>
              <a:t>If the sample size is even:</a:t>
            </a:r>
          </a:p>
          <a:p>
            <a:pPr marL="0" indent="0">
              <a:buNone/>
            </a:pPr>
            <a:r>
              <a:rPr lang="en-GB" sz="2400" dirty="0"/>
              <a:t>17, 17, 18, 18, </a:t>
            </a:r>
            <a:r>
              <a:rPr lang="en-GB" sz="2400" u="sng" dirty="0"/>
              <a:t>18</a:t>
            </a:r>
            <a:r>
              <a:rPr lang="en-GB" sz="2400" dirty="0"/>
              <a:t>, </a:t>
            </a:r>
            <a:r>
              <a:rPr lang="en-GB" sz="2400" u="sng" dirty="0"/>
              <a:t>19</a:t>
            </a:r>
            <a:r>
              <a:rPr lang="en-GB" sz="2400" dirty="0"/>
              <a:t>, 19, 20, 21, 21		(10 values)</a:t>
            </a:r>
          </a:p>
          <a:p>
            <a:pPr marL="0" indent="0">
              <a:buNone/>
            </a:pPr>
            <a:r>
              <a:rPr lang="en-GB" sz="2400" dirty="0"/>
              <a:t>Median is the average of the 5</a:t>
            </a:r>
            <a:r>
              <a:rPr lang="en-GB" sz="2400" baseline="30000" dirty="0"/>
              <a:t>th</a:t>
            </a:r>
            <a:r>
              <a:rPr lang="en-GB" sz="2400" dirty="0"/>
              <a:t> and the 6</a:t>
            </a:r>
            <a:r>
              <a:rPr lang="en-GB" sz="2400" baseline="30000" dirty="0"/>
              <a:t>th</a:t>
            </a:r>
            <a:r>
              <a:rPr lang="en-GB" sz="2400" dirty="0"/>
              <a:t> value.</a:t>
            </a:r>
          </a:p>
          <a:p>
            <a:pPr marL="0" indent="0">
              <a:buNone/>
            </a:pPr>
            <a:r>
              <a:rPr lang="en-GB" sz="2400" dirty="0"/>
              <a:t>Median = </a:t>
            </a:r>
            <a:r>
              <a:rPr lang="en-GB" sz="2400" dirty="0">
                <a:solidFill>
                  <a:srgbClr val="FF0000"/>
                </a:solidFill>
              </a:rPr>
              <a:t>18.5</a:t>
            </a:r>
          </a:p>
          <a:p>
            <a:pPr marL="0" lv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0285682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D199B-A176-B23F-399D-E1E7F59A7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4AE9E-222B-80EE-8FC4-6094E8913F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908721"/>
            <a:ext cx="7632327" cy="5257130"/>
          </a:xfrm>
        </p:spPr>
        <p:txBody>
          <a:bodyPr/>
          <a:lstStyle/>
          <a:p>
            <a:pPr marL="0" lvl="0" indent="0">
              <a:buNone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mode</a:t>
            </a:r>
            <a:r>
              <a:rPr lang="en-US" sz="2400" dirty="0"/>
              <a:t> is the most frequent value.</a:t>
            </a:r>
          </a:p>
          <a:p>
            <a:pPr marL="0" lv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GB" sz="2400" dirty="0"/>
              <a:t>17, 17, 18, 18, 18, 19, 19, 20, 21, 21 </a:t>
            </a:r>
          </a:p>
          <a:p>
            <a:pPr marL="0" indent="0">
              <a:buNone/>
            </a:pPr>
            <a:r>
              <a:rPr lang="en-GB" sz="2400" dirty="0"/>
              <a:t>Mode = </a:t>
            </a:r>
            <a:r>
              <a:rPr lang="en-GB" sz="2400" dirty="0">
                <a:solidFill>
                  <a:srgbClr val="FF0000"/>
                </a:solidFill>
              </a:rPr>
              <a:t>18</a:t>
            </a:r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r>
              <a:rPr lang="en-US" sz="2400" dirty="0"/>
              <a:t>In this sample:</a:t>
            </a:r>
          </a:p>
          <a:p>
            <a:pPr marL="0" lvl="0" indent="0">
              <a:buNone/>
            </a:pPr>
            <a:r>
              <a:rPr lang="en-US" sz="2400" dirty="0"/>
              <a:t>Mean = 18.8</a:t>
            </a:r>
          </a:p>
          <a:p>
            <a:pPr marL="0" lvl="0" indent="0">
              <a:buNone/>
            </a:pPr>
            <a:r>
              <a:rPr lang="en-US" sz="2400" dirty="0"/>
              <a:t>Median = 18.5</a:t>
            </a:r>
          </a:p>
          <a:p>
            <a:pPr marL="0" lvl="0" indent="0">
              <a:buNone/>
            </a:pPr>
            <a:r>
              <a:rPr lang="en-US" sz="2400" dirty="0"/>
              <a:t>Mode = 18</a:t>
            </a:r>
          </a:p>
        </p:txBody>
      </p:sp>
    </p:spTree>
    <p:extLst>
      <p:ext uri="{BB962C8B-B14F-4D97-AF65-F5344CB8AC3E}">
        <p14:creationId xmlns:p14="http://schemas.microsoft.com/office/powerpoint/2010/main" val="247868836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42FD2-2446-2201-2E9F-44F5067C0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3C467-81B6-70EB-1EDF-1DF43C3E23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908721"/>
            <a:ext cx="7632327" cy="5257130"/>
          </a:xfrm>
        </p:spPr>
        <p:txBody>
          <a:bodyPr/>
          <a:lstStyle/>
          <a:p>
            <a:pPr marL="0" lvl="0" indent="0">
              <a:buNone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weighted mean</a:t>
            </a:r>
            <a:r>
              <a:rPr lang="en-US" sz="2400" dirty="0"/>
              <a:t> is similar to the arithmetic mean, but more weight is placed on some observations than others.</a:t>
            </a:r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r>
              <a:rPr lang="en-US" sz="2400" dirty="0"/>
              <a:t>Example: </a:t>
            </a:r>
            <a:r>
              <a:rPr lang="en-GB" sz="2400" dirty="0"/>
              <a:t>Calculating the average expenditure on a pupil by an education authority would have to take into account the greater numbers in primary and secondary education than post 16 education.</a:t>
            </a:r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r>
              <a:rPr lang="en-GB" sz="2400" dirty="0"/>
              <a:t>Table 1: Cost per pupil in different types of schools</a:t>
            </a:r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626117-ED1B-E1C7-778A-0D4FD0F70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792580"/>
              </p:ext>
            </p:extLst>
          </p:nvPr>
        </p:nvGraphicFramePr>
        <p:xfrm>
          <a:off x="889028" y="4581128"/>
          <a:ext cx="66353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825">
                  <a:extLst>
                    <a:ext uri="{9D8B030D-6E8A-4147-A177-3AD203B41FA5}">
                      <a16:colId xmlns:a16="http://schemas.microsoft.com/office/drawing/2014/main" val="3846185481"/>
                    </a:ext>
                  </a:extLst>
                </a:gridCol>
                <a:gridCol w="1658825">
                  <a:extLst>
                    <a:ext uri="{9D8B030D-6E8A-4147-A177-3AD203B41FA5}">
                      <a16:colId xmlns:a16="http://schemas.microsoft.com/office/drawing/2014/main" val="201227862"/>
                    </a:ext>
                  </a:extLst>
                </a:gridCol>
                <a:gridCol w="1658825">
                  <a:extLst>
                    <a:ext uri="{9D8B030D-6E8A-4147-A177-3AD203B41FA5}">
                      <a16:colId xmlns:a16="http://schemas.microsoft.com/office/drawing/2014/main" val="1334060220"/>
                    </a:ext>
                  </a:extLst>
                </a:gridCol>
                <a:gridCol w="1658825">
                  <a:extLst>
                    <a:ext uri="{9D8B030D-6E8A-4147-A177-3AD203B41FA5}">
                      <a16:colId xmlns:a16="http://schemas.microsoft.com/office/drawing/2014/main" val="1767814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Post-16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951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/>
                        <a:t>Unit costs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5,200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7,400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8,750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3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143442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DB036-5496-9DEB-47B9-9B973EEE6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DC07F37-5DB6-B016-79B3-24B843C51434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908721"/>
                <a:ext cx="7632327" cy="5257130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GB" sz="2400" dirty="0"/>
                  <a:t>Table 2: Numbers and proportions of pupils in each age range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The formula for the </a:t>
                </a:r>
                <a:r>
                  <a:rPr lang="en-GB" sz="2400" dirty="0">
                    <a:solidFill>
                      <a:srgbClr val="FF0000"/>
                    </a:solidFill>
                  </a:rPr>
                  <a:t>weighted mean </a:t>
                </a:r>
                <a:r>
                  <a:rPr lang="en-GB" sz="2400" dirty="0"/>
                  <a:t>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0.444∗5,200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0.389∗7,400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+(0.167∗8,750)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0.444+0.389+0.167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6,648.65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=6,648.65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sz="2400" dirty="0"/>
                  <a:t>The average cost per pupil is £6,648.65, when taking into account the different numbers per type of school.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DC07F37-5DB6-B016-79B3-24B843C514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908721"/>
                <a:ext cx="7632327" cy="5257130"/>
              </a:xfrm>
              <a:blipFill>
                <a:blip r:embed="rId2"/>
                <a:stretch>
                  <a:fillRect l="-2476" t="-1740" r="-17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D3364B-CEDA-6684-227E-1E937C5B7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216942"/>
              </p:ext>
            </p:extLst>
          </p:nvPr>
        </p:nvGraphicFramePr>
        <p:xfrm>
          <a:off x="926893" y="1340768"/>
          <a:ext cx="760554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109">
                  <a:extLst>
                    <a:ext uri="{9D8B030D-6E8A-4147-A177-3AD203B41FA5}">
                      <a16:colId xmlns:a16="http://schemas.microsoft.com/office/drawing/2014/main" val="2487587044"/>
                    </a:ext>
                  </a:extLst>
                </a:gridCol>
                <a:gridCol w="1521109">
                  <a:extLst>
                    <a:ext uri="{9D8B030D-6E8A-4147-A177-3AD203B41FA5}">
                      <a16:colId xmlns:a16="http://schemas.microsoft.com/office/drawing/2014/main" val="1607970047"/>
                    </a:ext>
                  </a:extLst>
                </a:gridCol>
                <a:gridCol w="1521109">
                  <a:extLst>
                    <a:ext uri="{9D8B030D-6E8A-4147-A177-3AD203B41FA5}">
                      <a16:colId xmlns:a16="http://schemas.microsoft.com/office/drawing/2014/main" val="3196507820"/>
                    </a:ext>
                  </a:extLst>
                </a:gridCol>
                <a:gridCol w="1521109">
                  <a:extLst>
                    <a:ext uri="{9D8B030D-6E8A-4147-A177-3AD203B41FA5}">
                      <a16:colId xmlns:a16="http://schemas.microsoft.com/office/drawing/2014/main" val="1064776057"/>
                    </a:ext>
                  </a:extLst>
                </a:gridCol>
                <a:gridCol w="1521109">
                  <a:extLst>
                    <a:ext uri="{9D8B030D-6E8A-4147-A177-3AD203B41FA5}">
                      <a16:colId xmlns:a16="http://schemas.microsoft.com/office/drawing/2014/main" val="2776374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Post-16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477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/>
                        <a:t>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18,000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994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/>
                        <a:t>Proportions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44.4%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38.9%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095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0973110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CD76-7F63-644C-D8F9-BFA638F1A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685E-9C0B-23A2-FA44-D861D77D5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Measures of dispersion </a:t>
            </a:r>
            <a:br>
              <a:rPr lang="en-US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F2599-40C9-0635-52FC-8C30B47CD1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46563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Range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Variance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Standard deviation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Coefficient of variation</a:t>
            </a:r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79878753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5C2A1-DF20-23B1-D991-701D271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6A76772-B0E7-01E5-A1D9-88DC0F61E933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908721"/>
                <a:ext cx="7632327" cy="5257130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sz="2400" dirty="0"/>
                  <a:t>The</a:t>
                </a:r>
                <a:r>
                  <a:rPr lang="en-US" sz="2400" dirty="0">
                    <a:solidFill>
                      <a:srgbClr val="FF0000"/>
                    </a:solidFill>
                  </a:rPr>
                  <a:t> range</a:t>
                </a:r>
                <a:r>
                  <a:rPr lang="en-US" sz="2400" dirty="0"/>
                  <a:t> is the simplest measure of dispersion. It is the difference between the maximum and minimum values of the dataset. </a:t>
                </a:r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𝑅𝑎𝑛𝑔𝑒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𝑀𝑖𝑛</m:t>
                      </m:r>
                    </m:oMath>
                  </m:oMathPara>
                </a14:m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r>
                  <a:rPr lang="en-US" sz="2400" dirty="0"/>
                  <a:t>Remark: The range is strongly dependent on outlier observations.</a:t>
                </a:r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6A76772-B0E7-01E5-A1D9-88DC0F61E9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908721"/>
                <a:ext cx="7632327" cy="5257130"/>
              </a:xfrm>
              <a:blipFill>
                <a:blip r:embed="rId2"/>
                <a:stretch>
                  <a:fillRect l="-2476" t="-17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613291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180AE-12CB-874E-EFCB-F50A4E358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D94CB87-F57A-E512-F014-BDDA654BE9C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908721"/>
                <a:ext cx="7632327" cy="5257130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sz="2400" dirty="0"/>
                  <a:t>The</a:t>
                </a:r>
                <a:r>
                  <a:rPr lang="en-US" sz="2400" dirty="0">
                    <a:solidFill>
                      <a:srgbClr val="FF0000"/>
                    </a:solidFill>
                  </a:rPr>
                  <a:t> variance</a:t>
                </a:r>
                <a:r>
                  <a:rPr lang="en-US" sz="2400" dirty="0"/>
                  <a:t> of a population 	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lvl="0" indent="0">
                  <a:buNone/>
                </a:pPr>
                <a:r>
                  <a:rPr lang="en-US" sz="2400" dirty="0"/>
                  <a:t>The variance is the average of all squared deviations from the mean. </a:t>
                </a:r>
                <a:r>
                  <a:rPr lang="en-GB" sz="2400" dirty="0"/>
                  <a:t>A more dispersed distribution will have larger deviations from the mean and thus a larger variance. </a:t>
                </a: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GB" sz="24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lvl="0" indent="0">
                  <a:buNone/>
                </a:pPr>
                <a:r>
                  <a:rPr lang="en-GB" sz="2400" dirty="0"/>
                  <a:t>The sample variance is used when trying to make inferences about a population from a sample. Note, the </a:t>
                </a:r>
                <a:r>
                  <a:rPr lang="en-GB" sz="2400" i="1" dirty="0"/>
                  <a:t>n-1</a:t>
                </a:r>
                <a:r>
                  <a:rPr lang="en-GB" sz="2400" dirty="0"/>
                  <a:t>, which is called Bessel's correction. When sample size becomes very large, </a:t>
                </a:r>
                <a:r>
                  <a:rPr lang="en-GB" sz="2400" i="1" dirty="0"/>
                  <a:t>n-1</a:t>
                </a:r>
                <a:r>
                  <a:rPr lang="en-GB" sz="2400" dirty="0"/>
                  <a:t> becomes indistinguishable from </a:t>
                </a:r>
                <a:r>
                  <a:rPr lang="en-GB" sz="2400" i="1" dirty="0"/>
                  <a:t>n</a:t>
                </a:r>
                <a:r>
                  <a:rPr lang="en-GB" sz="2400" dirty="0"/>
                  <a:t>. 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D94CB87-F57A-E512-F014-BDDA654BE9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908721"/>
                <a:ext cx="7632327" cy="5257130"/>
              </a:xfrm>
              <a:blipFill>
                <a:blip r:embed="rId2"/>
                <a:stretch>
                  <a:fillRect l="-2476" t="-1740" r="-27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56104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EA63B-4B4C-F7FB-6B13-B8BDFF603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87D3D-D43F-C87E-42AC-E33D19A0A8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908721"/>
            <a:ext cx="7632327" cy="5257130"/>
          </a:xfrm>
        </p:spPr>
        <p:txBody>
          <a:bodyPr/>
          <a:lstStyle/>
          <a:p>
            <a:pPr marL="0" lvl="0" indent="0">
              <a:buNone/>
            </a:pPr>
            <a:r>
              <a:rPr lang="en-US" sz="2400" dirty="0"/>
              <a:t>A small</a:t>
            </a:r>
            <a:r>
              <a:rPr lang="en-US" sz="2400" dirty="0">
                <a:solidFill>
                  <a:srgbClr val="FF0000"/>
                </a:solidFill>
              </a:rPr>
              <a:t> variance </a:t>
            </a:r>
            <a:r>
              <a:rPr lang="en-US" sz="2400" dirty="0"/>
              <a:t>in pink and a large variance in dark blue.</a:t>
            </a:r>
          </a:p>
          <a:p>
            <a:pPr marL="0" lvl="0" indent="0"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lvl="0" indent="0"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37DCD1-7B6D-0E82-51A2-063D783EA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13" y="1844824"/>
            <a:ext cx="8002524" cy="398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152697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49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59985"/>
              </p:ext>
            </p:extLst>
          </p:nvPr>
        </p:nvGraphicFramePr>
        <p:xfrm>
          <a:off x="250825" y="549275"/>
          <a:ext cx="5041255" cy="5111968"/>
        </p:xfrm>
        <a:graphic>
          <a:graphicData uri="http://schemas.openxmlformats.org/drawingml/2006/table">
            <a:tbl>
              <a:tblPr/>
              <a:tblGrid>
                <a:gridCol w="1191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3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31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data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data-mean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(data-mean)</a:t>
                      </a:r>
                      <a:r>
                        <a:rPr kumimoji="0" lang="en-GB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31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-1.8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3.24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31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-1.8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3.24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31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-0.8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0.64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31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-0.8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0.64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31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-0.8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0.64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31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0.2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0.04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31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0.2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0.04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31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1.44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31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2.2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4.84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131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2.2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4.84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749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188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19.6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b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931" name="Text Box 50"/>
              <p:cNvSpPr txBox="1">
                <a:spLocks noChangeArrowheads="1"/>
              </p:cNvSpPr>
              <p:nvPr/>
            </p:nvSpPr>
            <p:spPr bwMode="auto">
              <a:xfrm>
                <a:off x="5940425" y="620713"/>
                <a:ext cx="3024188" cy="56448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altLang="en-US" sz="2400" dirty="0">
                    <a:solidFill>
                      <a:prstClr val="black"/>
                    </a:solidFill>
                    <a:ea typeface="+mn-ea"/>
                  </a:rPr>
                  <a:t>Previous</a:t>
                </a:r>
                <a:r>
                  <a:rPr kumimoji="0" lang="en-GB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+mn-cs"/>
                  </a:rPr>
                  <a:t> data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+mn-cs"/>
                  </a:rPr>
                  <a:t>Mean = 18.8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+mn-cs"/>
                  </a:rPr>
                  <a:t>Variance = 19.6/10</a:t>
                </a:r>
                <a:r>
                  <a:rPr lang="en-GB" altLang="en-US" sz="2400" dirty="0">
                    <a:solidFill>
                      <a:prstClr val="black"/>
                    </a:solidFill>
                    <a:ea typeface="+mn-ea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altLang="en-US" sz="2400" dirty="0">
                    <a:solidFill>
                      <a:prstClr val="black"/>
                    </a:solidFill>
                    <a:ea typeface="+mn-ea"/>
                  </a:rPr>
                  <a:t>= 1.96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GB" altLang="en-US" sz="2400" dirty="0">
                  <a:solidFill>
                    <a:prstClr val="black"/>
                  </a:solidFill>
                  <a:ea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  <a:p>
                <a:pPr lvl="0" eaLnBrk="1" fontAlgn="auto" hangingPunct="1">
                  <a:spcBef>
                    <a:spcPct val="5000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kumimoji="0" lang="en-GB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7931" name="Text 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0425" y="620713"/>
                <a:ext cx="3024188" cy="5644879"/>
              </a:xfrm>
              <a:prstGeom prst="rect">
                <a:avLst/>
              </a:prstGeom>
              <a:blipFill>
                <a:blip r:embed="rId2"/>
                <a:stretch>
                  <a:fillRect l="-3018" t="-75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7322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BCB7A-5CFA-5421-D1A4-BE424C93D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618DAE0-D10E-F6F8-8FF7-412591398EC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908721"/>
                <a:ext cx="7632327" cy="5257130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GB" sz="2400" dirty="0"/>
                  <a:t>The square root of the variance is defined as the</a:t>
                </a:r>
                <a:r>
                  <a:rPr lang="en-GB" sz="2400" dirty="0">
                    <a:solidFill>
                      <a:srgbClr val="FF0000"/>
                    </a:solidFill>
                  </a:rPr>
                  <a:t> standard deviation</a:t>
                </a:r>
                <a:r>
                  <a:rPr lang="en-GB" sz="2400" dirty="0"/>
                  <a:t>.</a:t>
                </a:r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𝑠𝑑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r>
                  <a:rPr lang="en-US" sz="2400" dirty="0"/>
                  <a:t>Variance is measured in squared units of </a:t>
                </a:r>
                <a:r>
                  <a:rPr lang="en-US" sz="2400" i="1" dirty="0"/>
                  <a:t>x</a:t>
                </a:r>
                <a:r>
                  <a:rPr lang="en-US" sz="2400" dirty="0"/>
                  <a:t>. </a:t>
                </a:r>
                <a:r>
                  <a:rPr lang="en-GB" sz="2400" dirty="0"/>
                  <a:t>The square root of the variance converts the analysis back to original units </a:t>
                </a: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r>
                  <a:rPr lang="en-GB" sz="2400" dirty="0"/>
                  <a:t>Previous data</a:t>
                </a:r>
              </a:p>
              <a:p>
                <a:pPr marL="0" lvl="0" indent="0">
                  <a:buNone/>
                </a:pPr>
                <a:r>
                  <a:rPr lang="en-GB" sz="2400" dirty="0"/>
                  <a:t>Mean = 18.8</a:t>
                </a:r>
              </a:p>
              <a:p>
                <a:pPr marL="0" lvl="0" indent="0">
                  <a:buNone/>
                </a:pPr>
                <a:r>
                  <a:rPr lang="en-GB" sz="2400" dirty="0"/>
                  <a:t>Variance = 1.96</a:t>
                </a:r>
              </a:p>
              <a:p>
                <a:pPr marL="0" lvl="0" indent="0">
                  <a:buNone/>
                </a:pPr>
                <a:r>
                  <a:rPr lang="en-GB" sz="2400" dirty="0"/>
                  <a:t>Standard Deviation = square root of 1.96 = 1.4</a:t>
                </a:r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618DAE0-D10E-F6F8-8FF7-412591398E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908721"/>
                <a:ext cx="7632327" cy="5257130"/>
              </a:xfrm>
              <a:blipFill>
                <a:blip r:embed="rId2"/>
                <a:stretch>
                  <a:fillRect l="-2476" t="-1740" r="-3195" b="-80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765807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DBA7E-3A34-F63A-065B-9FFA9BFB0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E1219C-CA04-F12F-2362-981856AF949E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908721"/>
                <a:ext cx="7632327" cy="5257130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GB" sz="2400" dirty="0"/>
                  <a:t>The </a:t>
                </a:r>
                <a:r>
                  <a:rPr lang="en-GB" sz="2400" dirty="0">
                    <a:solidFill>
                      <a:srgbClr val="FF0000"/>
                    </a:solidFill>
                  </a:rPr>
                  <a:t>coefficient of variation </a:t>
                </a:r>
                <a:r>
                  <a:rPr lang="en-GB" sz="2400" dirty="0"/>
                  <a:t>is a measure of relative dispersion. It is the ratio of standard deviation to mean and often expressed as a percentage.</a:t>
                </a:r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𝑐𝑣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𝑠𝑑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𝑚𝑒𝑎𝑛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r>
                  <a:rPr lang="en-US" sz="2400" dirty="0"/>
                  <a:t>It measures the dispersion/variability relative to the average value. </a:t>
                </a:r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  <a:p>
                <a:pPr marL="0" lv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E1219C-CA04-F12F-2362-981856AF94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908721"/>
                <a:ext cx="7632327" cy="5257130"/>
              </a:xfrm>
              <a:blipFill>
                <a:blip r:embed="rId2"/>
                <a:stretch>
                  <a:fillRect l="-2476" t="-1740" r="-7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624640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54B38-1226-CFA1-4244-01D85FFAE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7FF39-7F48-446F-CC01-9FFF0D2DA6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908721"/>
            <a:ext cx="7632327" cy="5257130"/>
          </a:xfrm>
        </p:spPr>
        <p:txBody>
          <a:bodyPr/>
          <a:lstStyle/>
          <a:p>
            <a:pPr marL="0" lvl="0" indent="0">
              <a:buNone/>
            </a:pPr>
            <a:r>
              <a:rPr lang="en-GB" sz="2400" dirty="0"/>
              <a:t>Example:</a:t>
            </a:r>
          </a:p>
          <a:p>
            <a:pPr marL="0" lvl="0" indent="0">
              <a:buNone/>
            </a:pPr>
            <a:r>
              <a:rPr lang="en-GB" sz="2400" dirty="0"/>
              <a:t>Over the last 6 months, the average price of Internet based shares was £5.80 with a SD of £1.50. Manufacturing share prices were £3.50 on average with an SD of £0.80. Which shares had the highest relative variability?</a:t>
            </a:r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r>
              <a:rPr lang="en-GB" sz="2400" dirty="0"/>
              <a:t>Internet</a:t>
            </a:r>
          </a:p>
          <a:p>
            <a:pPr marL="0" lvl="0" indent="0">
              <a:buNone/>
            </a:pPr>
            <a:r>
              <a:rPr lang="en-GB" sz="2400" i="1" dirty="0"/>
              <a:t>cv</a:t>
            </a:r>
            <a:r>
              <a:rPr lang="en-GB" sz="2400" dirty="0"/>
              <a:t> = 1.50/5.80 = 0.2586 = 25.86%</a:t>
            </a:r>
          </a:p>
          <a:p>
            <a:pPr marL="0" lvl="0" indent="0">
              <a:buNone/>
            </a:pPr>
            <a:r>
              <a:rPr lang="en-GB" sz="2400" dirty="0"/>
              <a:t>Manufacturing</a:t>
            </a:r>
          </a:p>
          <a:p>
            <a:pPr marL="0" lvl="0" indent="0">
              <a:buNone/>
            </a:pPr>
            <a:r>
              <a:rPr lang="en-GB" sz="2400" i="1" dirty="0"/>
              <a:t>cv</a:t>
            </a:r>
            <a:r>
              <a:rPr lang="en-GB" sz="2400" dirty="0"/>
              <a:t> = 0.80/3.50 = 0.2285 = 22.85%</a:t>
            </a:r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r>
              <a:rPr lang="en-GB" sz="2400" dirty="0"/>
              <a:t>Internet shares have a higher relative variability we might infer a riskier investment.</a:t>
            </a:r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7380946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CE13-887D-424D-9C90-08C9AE0E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Lecture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BF03B-6FBE-4B0C-93A0-8DB46AC1ED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412776"/>
            <a:ext cx="6551612" cy="2880320"/>
          </a:xfrm>
        </p:spPr>
        <p:txBody>
          <a:bodyPr/>
          <a:lstStyle/>
          <a:p>
            <a:r>
              <a:rPr lang="en-GB" sz="2400" dirty="0"/>
              <a:t>Graphical analysis</a:t>
            </a:r>
          </a:p>
          <a:p>
            <a:r>
              <a:rPr lang="en-GB" sz="2400" dirty="0"/>
              <a:t>Bar chart, Pie chart, Line graph</a:t>
            </a:r>
          </a:p>
          <a:p>
            <a:r>
              <a:rPr lang="en-GB" sz="2400" dirty="0"/>
              <a:t>Histogram</a:t>
            </a:r>
          </a:p>
          <a:p>
            <a:r>
              <a:rPr lang="en-GB" sz="2400" dirty="0"/>
              <a:t>Ogive (cumulative frequency plot)</a:t>
            </a:r>
          </a:p>
          <a:p>
            <a:r>
              <a:rPr lang="en-GB" sz="2400" dirty="0"/>
              <a:t>Box plot</a:t>
            </a:r>
          </a:p>
          <a:p>
            <a:endParaRPr lang="en-GB" sz="2400" dirty="0"/>
          </a:p>
          <a:p>
            <a:pPr marL="9525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3191569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WE Lilac standard" id="{B50C80D3-D9F5-4009-9938-F1B85FF744A3}" vid="{FD532FFD-1352-4344-A026-1EC031F17F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489C2B03CC9B4B848357AD3FCA0F8D" ma:contentTypeVersion="13" ma:contentTypeDescription="Create a new document." ma:contentTypeScope="" ma:versionID="54b3e76089f828a04be55345f1a537e0">
  <xsd:schema xmlns:xsd="http://www.w3.org/2001/XMLSchema" xmlns:xs="http://www.w3.org/2001/XMLSchema" xmlns:p="http://schemas.microsoft.com/office/2006/metadata/properties" xmlns:ns3="0a63ec7c-6655-44e7-8cc1-d1896a7f84b6" xmlns:ns4="eaad8dcd-1243-433a-a0b1-5eb79d1ccaf5" targetNamespace="http://schemas.microsoft.com/office/2006/metadata/properties" ma:root="true" ma:fieldsID="7c7dfe77c3df860864662b3f0bb8129f" ns3:_="" ns4:_="">
    <xsd:import namespace="0a63ec7c-6655-44e7-8cc1-d1896a7f84b6"/>
    <xsd:import namespace="eaad8dcd-1243-433a-a0b1-5eb79d1ccaf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63ec7c-6655-44e7-8cc1-d1896a7f84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ad8dcd-1243-433a-a0b1-5eb79d1ccaf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FBBA11-57B2-41FF-8FE3-BA0941F714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63ec7c-6655-44e7-8cc1-d1896a7f84b6"/>
    <ds:schemaRef ds:uri="eaad8dcd-1243-433a-a0b1-5eb79d1cca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8D2D201-97C8-4E70-BF77-76D11DC8600F}">
  <ds:schemaRefs>
    <ds:schemaRef ds:uri="eaad8dcd-1243-433a-a0b1-5eb79d1ccaf5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a63ec7c-6655-44e7-8cc1-d1896a7f84b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UWE Lilac standard</Template>
  <TotalTime>3005</TotalTime>
  <Words>866</Words>
  <Application>Microsoft Office PowerPoint</Application>
  <PresentationFormat>On-screen Show (4:3)</PresentationFormat>
  <Paragraphs>211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Cambria Math</vt:lpstr>
      <vt:lpstr>Courier New</vt:lpstr>
      <vt:lpstr>Georgia</vt:lpstr>
      <vt:lpstr>Tahoma</vt:lpstr>
      <vt:lpstr>Custom Design</vt:lpstr>
      <vt:lpstr>Office Theme</vt:lpstr>
      <vt:lpstr>UMET9U-30-1- Professional Skills for Banking and Finance   Lecture 8</vt:lpstr>
      <vt:lpstr>Lecture content</vt:lpstr>
      <vt:lpstr>Introduction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Measures of dispersion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UMED8M-15-2 - Introductory econometrics   Lecture 1</dc:title>
  <dc:creator>Reinhold Heinlein</dc:creator>
  <cp:lastModifiedBy>Reinhold Heinlein</cp:lastModifiedBy>
  <cp:revision>18</cp:revision>
  <cp:lastPrinted>2016-09-22T10:08:48Z</cp:lastPrinted>
  <dcterms:created xsi:type="dcterms:W3CDTF">2021-06-15T10:15:29Z</dcterms:created>
  <dcterms:modified xsi:type="dcterms:W3CDTF">2025-06-19T09:23:34Z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0x01010078489C2B03CC9B4B848357AD3FCA0F8D</vt:lpwstr>
  </property>
</Properties>
</file>