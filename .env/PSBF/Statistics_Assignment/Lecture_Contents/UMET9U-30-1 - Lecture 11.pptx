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8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92" r:id="rId18"/>
    <p:sldId id="284" r:id="rId19"/>
    <p:sldId id="285" r:id="rId20"/>
    <p:sldId id="286" r:id="rId21"/>
    <p:sldId id="288" r:id="rId22"/>
    <p:sldId id="289" r:id="rId23"/>
    <p:sldId id="290" r:id="rId24"/>
    <p:sldId id="291" r:id="rId25"/>
    <p:sldId id="271" r:id="rId26"/>
  </p:sldIdLst>
  <p:sldSz cx="9144000" cy="6858000" type="screen4x3"/>
  <p:notesSz cx="9144000" cy="6858000"/>
  <p:custDataLst>
    <p:tags r:id="rId2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30613"/>
    <a:srgbClr val="7A7392"/>
    <a:srgbClr val="16818D"/>
    <a:srgbClr val="1A9DAC"/>
    <a:srgbClr val="1C9DAC"/>
    <a:srgbClr val="598752"/>
    <a:srgbClr val="6DA463"/>
    <a:srgbClr val="A65C45"/>
    <a:srgbClr val="CC7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86410"/>
  </p:normalViewPr>
  <p:slideViewPr>
    <p:cSldViewPr showGuides="1">
      <p:cViewPr varScale="1">
        <p:scale>
          <a:sx n="111" d="100"/>
          <a:sy n="111" d="100"/>
        </p:scale>
        <p:origin x="1482" y="96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19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hold Heinlein" userId="c5e5d61b-3817-4f51-a712-dcf8bfbff443" providerId="ADAL" clId="{49431ECB-42D2-48D6-9016-5889F3B84DB9}"/>
    <pc:docChg chg="modSld">
      <pc:chgData name="Reinhold Heinlein" userId="c5e5d61b-3817-4f51-a712-dcf8bfbff443" providerId="ADAL" clId="{49431ECB-42D2-48D6-9016-5889F3B84DB9}" dt="2025-10-31T09:42:47.104" v="4" actId="20577"/>
      <pc:docMkLst>
        <pc:docMk/>
      </pc:docMkLst>
      <pc:sldChg chg="modSp mod">
        <pc:chgData name="Reinhold Heinlein" userId="c5e5d61b-3817-4f51-a712-dcf8bfbff443" providerId="ADAL" clId="{49431ECB-42D2-48D6-9016-5889F3B84DB9}" dt="2025-10-31T09:37:31.135" v="1" actId="20577"/>
        <pc:sldMkLst>
          <pc:docMk/>
          <pc:sldMk cId="3965540341" sldId="276"/>
        </pc:sldMkLst>
        <pc:spChg chg="mod">
          <ac:chgData name="Reinhold Heinlein" userId="c5e5d61b-3817-4f51-a712-dcf8bfbff443" providerId="ADAL" clId="{49431ECB-42D2-48D6-9016-5889F3B84DB9}" dt="2025-10-31T09:37:31.135" v="1" actId="20577"/>
          <ac:spMkLst>
            <pc:docMk/>
            <pc:sldMk cId="3965540341" sldId="276"/>
            <ac:spMk id="2" creationId="{AB165DF4-DAF2-0643-3201-3DF948715828}"/>
          </ac:spMkLst>
        </pc:spChg>
      </pc:sldChg>
      <pc:sldChg chg="modSp mod">
        <pc:chgData name="Reinhold Heinlein" userId="c5e5d61b-3817-4f51-a712-dcf8bfbff443" providerId="ADAL" clId="{49431ECB-42D2-48D6-9016-5889F3B84DB9}" dt="2025-10-31T09:38:55.619" v="3" actId="20577"/>
        <pc:sldMkLst>
          <pc:docMk/>
          <pc:sldMk cId="2813269240" sldId="278"/>
        </pc:sldMkLst>
        <pc:spChg chg="mod">
          <ac:chgData name="Reinhold Heinlein" userId="c5e5d61b-3817-4f51-a712-dcf8bfbff443" providerId="ADAL" clId="{49431ECB-42D2-48D6-9016-5889F3B84DB9}" dt="2025-10-31T09:38:55.619" v="3" actId="20577"/>
          <ac:spMkLst>
            <pc:docMk/>
            <pc:sldMk cId="2813269240" sldId="278"/>
            <ac:spMk id="3" creationId="{9ADFA703-8BA8-BA40-B662-6333E0531E98}"/>
          </ac:spMkLst>
        </pc:spChg>
      </pc:sldChg>
      <pc:sldChg chg="modSp mod">
        <pc:chgData name="Reinhold Heinlein" userId="c5e5d61b-3817-4f51-a712-dcf8bfbff443" providerId="ADAL" clId="{49431ECB-42D2-48D6-9016-5889F3B84DB9}" dt="2025-10-31T09:42:47.104" v="4" actId="20577"/>
        <pc:sldMkLst>
          <pc:docMk/>
          <pc:sldMk cId="2059240468" sldId="291"/>
        </pc:sldMkLst>
        <pc:spChg chg="mod">
          <ac:chgData name="Reinhold Heinlein" userId="c5e5d61b-3817-4f51-a712-dcf8bfbff443" providerId="ADAL" clId="{49431ECB-42D2-48D6-9016-5889F3B84DB9}" dt="2025-10-31T09:42:47.104" v="4" actId="20577"/>
          <ac:spMkLst>
            <pc:docMk/>
            <pc:sldMk cId="2059240468" sldId="291"/>
            <ac:spMk id="3" creationId="{A8E4088F-1B7D-EDD5-85BA-AE52B0931BBD}"/>
          </ac:spMkLst>
        </pc:spChg>
      </pc:sldChg>
    </pc:docChg>
  </pc:docChgLst>
  <pc:docChgLst>
    <pc:chgData name="Reinhold Heinlein" userId="c5e5d61b-3817-4f51-a712-dcf8bfbff443" providerId="ADAL" clId="{2810CC7D-97AB-403A-9E02-C7CB57E724EA}"/>
    <pc:docChg chg="undo custSel addSld delSld modSld sldOrd">
      <pc:chgData name="Reinhold Heinlein" userId="c5e5d61b-3817-4f51-a712-dcf8bfbff443" providerId="ADAL" clId="{2810CC7D-97AB-403A-9E02-C7CB57E724EA}" dt="2025-06-17T10:16:47.023" v="4533" actId="20577"/>
      <pc:docMkLst>
        <pc:docMk/>
      </pc:docMkLst>
      <pc:sldChg chg="modSp mod">
        <pc:chgData name="Reinhold Heinlein" userId="c5e5d61b-3817-4f51-a712-dcf8bfbff443" providerId="ADAL" clId="{2810CC7D-97AB-403A-9E02-C7CB57E724EA}" dt="2025-06-16T11:16:07.543" v="10" actId="20577"/>
        <pc:sldMkLst>
          <pc:docMk/>
          <pc:sldMk cId="371339850" sldId="256"/>
        </pc:sldMkLst>
      </pc:sldChg>
      <pc:sldChg chg="modSp mod">
        <pc:chgData name="Reinhold Heinlein" userId="c5e5d61b-3817-4f51-a712-dcf8bfbff443" providerId="ADAL" clId="{2810CC7D-97AB-403A-9E02-C7CB57E724EA}" dt="2025-06-17T10:15:35.592" v="4524" actId="5793"/>
        <pc:sldMkLst>
          <pc:docMk/>
          <pc:sldMk cId="2884623810" sldId="258"/>
        </pc:sldMkLst>
      </pc:sldChg>
      <pc:sldChg chg="modSp mod">
        <pc:chgData name="Reinhold Heinlein" userId="c5e5d61b-3817-4f51-a712-dcf8bfbff443" providerId="ADAL" clId="{2810CC7D-97AB-403A-9E02-C7CB57E724EA}" dt="2025-06-16T13:52:24.790" v="1662" actId="20577"/>
        <pc:sldMkLst>
          <pc:docMk/>
          <pc:sldMk cId="1363191569" sldId="271"/>
        </pc:sldMkLst>
      </pc:sldChg>
      <pc:sldChg chg="delSp modSp mod">
        <pc:chgData name="Reinhold Heinlein" userId="c5e5d61b-3817-4f51-a712-dcf8bfbff443" providerId="ADAL" clId="{2810CC7D-97AB-403A-9E02-C7CB57E724EA}" dt="2025-06-16T13:04:11.179" v="762" actId="12"/>
        <pc:sldMkLst>
          <pc:docMk/>
          <pc:sldMk cId="3651346321" sldId="273"/>
        </pc:sldMkLst>
      </pc:sldChg>
      <pc:sldChg chg="del">
        <pc:chgData name="Reinhold Heinlein" userId="c5e5d61b-3817-4f51-a712-dcf8bfbff443" providerId="ADAL" clId="{2810CC7D-97AB-403A-9E02-C7CB57E724EA}" dt="2025-06-16T13:50:35.120" v="1484" actId="47"/>
        <pc:sldMkLst>
          <pc:docMk/>
          <pc:sldMk cId="3582738935" sldId="309"/>
        </pc:sldMkLst>
      </pc:sldChg>
      <pc:sldChg chg="del">
        <pc:chgData name="Reinhold Heinlein" userId="c5e5d61b-3817-4f51-a712-dcf8bfbff443" providerId="ADAL" clId="{2810CC7D-97AB-403A-9E02-C7CB57E724EA}" dt="2025-06-16T13:50:40.082" v="1485" actId="47"/>
        <pc:sldMkLst>
          <pc:docMk/>
          <pc:sldMk cId="768144150" sldId="310"/>
        </pc:sldMkLst>
      </pc:sldChg>
      <pc:sldChg chg="del">
        <pc:chgData name="Reinhold Heinlein" userId="c5e5d61b-3817-4f51-a712-dcf8bfbff443" providerId="ADAL" clId="{2810CC7D-97AB-403A-9E02-C7CB57E724EA}" dt="2025-06-16T13:50:41.385" v="1486" actId="47"/>
        <pc:sldMkLst>
          <pc:docMk/>
          <pc:sldMk cId="2227512410" sldId="311"/>
        </pc:sldMkLst>
      </pc:sldChg>
      <pc:sldChg chg="del">
        <pc:chgData name="Reinhold Heinlein" userId="c5e5d61b-3817-4f51-a712-dcf8bfbff443" providerId="ADAL" clId="{2810CC7D-97AB-403A-9E02-C7CB57E724EA}" dt="2025-06-16T13:50:42.472" v="1487" actId="47"/>
        <pc:sldMkLst>
          <pc:docMk/>
          <pc:sldMk cId="2178000082" sldId="312"/>
        </pc:sldMkLst>
      </pc:sldChg>
      <pc:sldChg chg="del">
        <pc:chgData name="Reinhold Heinlein" userId="c5e5d61b-3817-4f51-a712-dcf8bfbff443" providerId="ADAL" clId="{2810CC7D-97AB-403A-9E02-C7CB57E724EA}" dt="2025-06-16T13:50:43.112" v="1488" actId="47"/>
        <pc:sldMkLst>
          <pc:docMk/>
          <pc:sldMk cId="2189301383" sldId="313"/>
        </pc:sldMkLst>
      </pc:sldChg>
      <pc:sldChg chg="del">
        <pc:chgData name="Reinhold Heinlein" userId="c5e5d61b-3817-4f51-a712-dcf8bfbff443" providerId="ADAL" clId="{2810CC7D-97AB-403A-9E02-C7CB57E724EA}" dt="2025-06-16T13:50:43.569" v="1489" actId="47"/>
        <pc:sldMkLst>
          <pc:docMk/>
          <pc:sldMk cId="1690705445" sldId="314"/>
        </pc:sldMkLst>
      </pc:sldChg>
      <pc:sldChg chg="del">
        <pc:chgData name="Reinhold Heinlein" userId="c5e5d61b-3817-4f51-a712-dcf8bfbff443" providerId="ADAL" clId="{2810CC7D-97AB-403A-9E02-C7CB57E724EA}" dt="2025-06-16T13:50:44.131" v="1490" actId="47"/>
        <pc:sldMkLst>
          <pc:docMk/>
          <pc:sldMk cId="2274016647" sldId="315"/>
        </pc:sldMkLst>
      </pc:sldChg>
      <pc:sldChg chg="del">
        <pc:chgData name="Reinhold Heinlein" userId="c5e5d61b-3817-4f51-a712-dcf8bfbff443" providerId="ADAL" clId="{2810CC7D-97AB-403A-9E02-C7CB57E724EA}" dt="2025-06-16T13:50:44.654" v="1491" actId="47"/>
        <pc:sldMkLst>
          <pc:docMk/>
          <pc:sldMk cId="400477789" sldId="316"/>
        </pc:sldMkLst>
      </pc:sldChg>
      <pc:sldChg chg="del">
        <pc:chgData name="Reinhold Heinlein" userId="c5e5d61b-3817-4f51-a712-dcf8bfbff443" providerId="ADAL" clId="{2810CC7D-97AB-403A-9E02-C7CB57E724EA}" dt="2025-06-16T13:50:45.111" v="1492" actId="47"/>
        <pc:sldMkLst>
          <pc:docMk/>
          <pc:sldMk cId="3556403888" sldId="317"/>
        </pc:sldMkLst>
      </pc:sldChg>
      <pc:sldChg chg="del">
        <pc:chgData name="Reinhold Heinlein" userId="c5e5d61b-3817-4f51-a712-dcf8bfbff443" providerId="ADAL" clId="{2810CC7D-97AB-403A-9E02-C7CB57E724EA}" dt="2025-06-16T13:50:45.742" v="1493" actId="47"/>
        <pc:sldMkLst>
          <pc:docMk/>
          <pc:sldMk cId="104194985" sldId="318"/>
        </pc:sldMkLst>
      </pc:sldChg>
      <pc:sldChg chg="del">
        <pc:chgData name="Reinhold Heinlein" userId="c5e5d61b-3817-4f51-a712-dcf8bfbff443" providerId="ADAL" clId="{2810CC7D-97AB-403A-9E02-C7CB57E724EA}" dt="2025-06-16T13:50:46.465" v="1494" actId="47"/>
        <pc:sldMkLst>
          <pc:docMk/>
          <pc:sldMk cId="1571714124" sldId="319"/>
        </pc:sldMkLst>
      </pc:sldChg>
      <pc:sldChg chg="del">
        <pc:chgData name="Reinhold Heinlein" userId="c5e5d61b-3817-4f51-a712-dcf8bfbff443" providerId="ADAL" clId="{2810CC7D-97AB-403A-9E02-C7CB57E724EA}" dt="2025-06-16T13:50:46.942" v="1495" actId="47"/>
        <pc:sldMkLst>
          <pc:docMk/>
          <pc:sldMk cId="996790948" sldId="320"/>
        </pc:sldMkLst>
      </pc:sldChg>
      <pc:sldChg chg="del">
        <pc:chgData name="Reinhold Heinlein" userId="c5e5d61b-3817-4f51-a712-dcf8bfbff443" providerId="ADAL" clId="{2810CC7D-97AB-403A-9E02-C7CB57E724EA}" dt="2025-06-16T13:50:47.496" v="1496" actId="47"/>
        <pc:sldMkLst>
          <pc:docMk/>
          <pc:sldMk cId="1352107890" sldId="321"/>
        </pc:sldMkLst>
      </pc:sldChg>
      <pc:sldChg chg="del">
        <pc:chgData name="Reinhold Heinlein" userId="c5e5d61b-3817-4f51-a712-dcf8bfbff443" providerId="ADAL" clId="{2810CC7D-97AB-403A-9E02-C7CB57E724EA}" dt="2025-06-16T13:50:48.086" v="1497" actId="47"/>
        <pc:sldMkLst>
          <pc:docMk/>
          <pc:sldMk cId="3806560627" sldId="322"/>
        </pc:sldMkLst>
      </pc:sldChg>
      <pc:sldChg chg="del">
        <pc:chgData name="Reinhold Heinlein" userId="c5e5d61b-3817-4f51-a712-dcf8bfbff443" providerId="ADAL" clId="{2810CC7D-97AB-403A-9E02-C7CB57E724EA}" dt="2025-06-16T13:50:49.423" v="1498" actId="47"/>
        <pc:sldMkLst>
          <pc:docMk/>
          <pc:sldMk cId="496113356" sldId="323"/>
        </pc:sldMkLst>
      </pc:sldChg>
      <pc:sldChg chg="modSp add mod">
        <pc:chgData name="Reinhold Heinlein" userId="c5e5d61b-3817-4f51-a712-dcf8bfbff443" providerId="ADAL" clId="{2810CC7D-97AB-403A-9E02-C7CB57E724EA}" dt="2025-06-16T13:30:22.548" v="1170" actId="20577"/>
        <pc:sldMkLst>
          <pc:docMk/>
          <pc:sldMk cId="501659311" sldId="324"/>
        </pc:sldMkLst>
      </pc:sldChg>
      <pc:sldChg chg="modSp add mod">
        <pc:chgData name="Reinhold Heinlein" userId="c5e5d61b-3817-4f51-a712-dcf8bfbff443" providerId="ADAL" clId="{2810CC7D-97AB-403A-9E02-C7CB57E724EA}" dt="2025-06-16T14:11:13.624" v="1684" actId="20577"/>
        <pc:sldMkLst>
          <pc:docMk/>
          <pc:sldMk cId="1900873510" sldId="325"/>
        </pc:sldMkLst>
      </pc:sldChg>
      <pc:sldChg chg="modSp add mod">
        <pc:chgData name="Reinhold Heinlein" userId="c5e5d61b-3817-4f51-a712-dcf8bfbff443" providerId="ADAL" clId="{2810CC7D-97AB-403A-9E02-C7CB57E724EA}" dt="2025-06-17T07:39:50.364" v="2036" actId="20577"/>
        <pc:sldMkLst>
          <pc:docMk/>
          <pc:sldMk cId="2719714842" sldId="326"/>
        </pc:sldMkLst>
      </pc:sldChg>
      <pc:sldChg chg="addSp delSp modSp add mod">
        <pc:chgData name="Reinhold Heinlein" userId="c5e5d61b-3817-4f51-a712-dcf8bfbff443" providerId="ADAL" clId="{2810CC7D-97AB-403A-9E02-C7CB57E724EA}" dt="2025-06-17T07:46:39.310" v="2372" actId="20577"/>
        <pc:sldMkLst>
          <pc:docMk/>
          <pc:sldMk cId="2756305870" sldId="327"/>
        </pc:sldMkLst>
      </pc:sldChg>
      <pc:sldChg chg="modSp add mod ord">
        <pc:chgData name="Reinhold Heinlein" userId="c5e5d61b-3817-4f51-a712-dcf8bfbff443" providerId="ADAL" clId="{2810CC7D-97AB-403A-9E02-C7CB57E724EA}" dt="2025-06-17T10:16:47.023" v="4533" actId="20577"/>
        <pc:sldMkLst>
          <pc:docMk/>
          <pc:sldMk cId="1377623855" sldId="328"/>
        </pc:sldMkLst>
      </pc:sldChg>
      <pc:sldChg chg="modSp add mod">
        <pc:chgData name="Reinhold Heinlein" userId="c5e5d61b-3817-4f51-a712-dcf8bfbff443" providerId="ADAL" clId="{2810CC7D-97AB-403A-9E02-C7CB57E724EA}" dt="2025-06-17T08:12:00.768" v="3031" actId="20577"/>
        <pc:sldMkLst>
          <pc:docMk/>
          <pc:sldMk cId="4054621891" sldId="329"/>
        </pc:sldMkLst>
      </pc:sldChg>
      <pc:sldChg chg="modSp add mod">
        <pc:chgData name="Reinhold Heinlein" userId="c5e5d61b-3817-4f51-a712-dcf8bfbff443" providerId="ADAL" clId="{2810CC7D-97AB-403A-9E02-C7CB57E724EA}" dt="2025-06-17T08:40:19.865" v="3293" actId="113"/>
        <pc:sldMkLst>
          <pc:docMk/>
          <pc:sldMk cId="964645156" sldId="330"/>
        </pc:sldMkLst>
      </pc:sldChg>
      <pc:sldChg chg="modSp add mod">
        <pc:chgData name="Reinhold Heinlein" userId="c5e5d61b-3817-4f51-a712-dcf8bfbff443" providerId="ADAL" clId="{2810CC7D-97AB-403A-9E02-C7CB57E724EA}" dt="2025-06-17T08:48:42.277" v="3430" actId="20577"/>
        <pc:sldMkLst>
          <pc:docMk/>
          <pc:sldMk cId="2936980827" sldId="331"/>
        </pc:sldMkLst>
      </pc:sldChg>
      <pc:sldChg chg="modSp add mod">
        <pc:chgData name="Reinhold Heinlein" userId="c5e5d61b-3817-4f51-a712-dcf8bfbff443" providerId="ADAL" clId="{2810CC7D-97AB-403A-9E02-C7CB57E724EA}" dt="2025-06-17T08:56:25.219" v="3499" actId="255"/>
        <pc:sldMkLst>
          <pc:docMk/>
          <pc:sldMk cId="3552782920" sldId="332"/>
        </pc:sldMkLst>
      </pc:sldChg>
      <pc:sldChg chg="modSp add mod">
        <pc:chgData name="Reinhold Heinlein" userId="c5e5d61b-3817-4f51-a712-dcf8bfbff443" providerId="ADAL" clId="{2810CC7D-97AB-403A-9E02-C7CB57E724EA}" dt="2025-06-17T09:01:24.436" v="3560" actId="20577"/>
        <pc:sldMkLst>
          <pc:docMk/>
          <pc:sldMk cId="905114315" sldId="333"/>
        </pc:sldMkLst>
      </pc:sldChg>
      <pc:sldChg chg="modSp add mod">
        <pc:chgData name="Reinhold Heinlein" userId="c5e5d61b-3817-4f51-a712-dcf8bfbff443" providerId="ADAL" clId="{2810CC7D-97AB-403A-9E02-C7CB57E724EA}" dt="2025-06-17T09:10:01.450" v="3643" actId="5793"/>
        <pc:sldMkLst>
          <pc:docMk/>
          <pc:sldMk cId="2853713050" sldId="334"/>
        </pc:sldMkLst>
      </pc:sldChg>
      <pc:sldChg chg="addSp modSp add mod">
        <pc:chgData name="Reinhold Heinlein" userId="c5e5d61b-3817-4f51-a712-dcf8bfbff443" providerId="ADAL" clId="{2810CC7D-97AB-403A-9E02-C7CB57E724EA}" dt="2025-06-17T09:35:24.259" v="3967" actId="20577"/>
        <pc:sldMkLst>
          <pc:docMk/>
          <pc:sldMk cId="1191206472" sldId="335"/>
        </pc:sldMkLst>
      </pc:sldChg>
      <pc:sldChg chg="delSp modSp add mod ord">
        <pc:chgData name="Reinhold Heinlein" userId="c5e5d61b-3817-4f51-a712-dcf8bfbff443" providerId="ADAL" clId="{2810CC7D-97AB-403A-9E02-C7CB57E724EA}" dt="2025-06-17T10:14:46.582" v="4507"/>
        <pc:sldMkLst>
          <pc:docMk/>
          <pc:sldMk cId="318181740" sldId="336"/>
        </pc:sldMkLst>
      </pc:sldChg>
      <pc:sldChg chg="addSp modSp add mod">
        <pc:chgData name="Reinhold Heinlein" userId="c5e5d61b-3817-4f51-a712-dcf8bfbff443" providerId="ADAL" clId="{2810CC7D-97AB-403A-9E02-C7CB57E724EA}" dt="2025-06-17T10:08:48.836" v="4505" actId="1076"/>
        <pc:sldMkLst>
          <pc:docMk/>
          <pc:sldMk cId="173588279" sldId="337"/>
        </pc:sldMkLst>
      </pc:sldChg>
    </pc:docChg>
  </pc:docChgLst>
  <pc:docChgLst>
    <pc:chgData name="Reinhold Heinlein" userId="c5e5d61b-3817-4f51-a712-dcf8bfbff443" providerId="ADAL" clId="{C27A3625-E014-4D5F-A28E-99A7A6219024}"/>
    <pc:docChg chg="undo custSel addSld delSld modSld sldOrd delMainMaster">
      <pc:chgData name="Reinhold Heinlein" userId="c5e5d61b-3817-4f51-a712-dcf8bfbff443" providerId="ADAL" clId="{C27A3625-E014-4D5F-A28E-99A7A6219024}" dt="2025-06-24T08:01:10.167" v="2728" actId="20577"/>
      <pc:docMkLst>
        <pc:docMk/>
      </pc:docMkLst>
      <pc:sldChg chg="modSp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71339850" sldId="256"/>
        </pc:sldMkLst>
      </pc:sldChg>
      <pc:sldChg chg="modSp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84623810" sldId="258"/>
        </pc:sldMkLst>
      </pc:sldChg>
      <pc:sldChg chg="modSp add del mod">
        <pc:chgData name="Reinhold Heinlein" userId="c5e5d61b-3817-4f51-a712-dcf8bfbff443" providerId="ADAL" clId="{C27A3625-E014-4D5F-A28E-99A7A6219024}" dt="2025-06-24T08:01:10.167" v="2728" actId="20577"/>
        <pc:sldMkLst>
          <pc:docMk/>
          <pc:sldMk cId="1363191569" sldId="271"/>
        </pc:sldMkLst>
      </pc:sldChg>
      <pc:sldChg chg="modSp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651346321" sldId="273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711634836" sldId="274"/>
        </pc:sldMkLst>
      </pc:sldChg>
      <pc:sldChg chg="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618535768" sldId="275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746794973" sldId="276"/>
        </pc:sldMkLst>
      </pc:sldChg>
      <pc:sldChg chg="addSp delSp 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739651426" sldId="277"/>
        </pc:sldMkLst>
      </pc:sldChg>
      <pc:sldChg chg="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99668861" sldId="278"/>
        </pc:sldMkLst>
      </pc:sldChg>
      <pc:sldChg chg="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466107885" sldId="279"/>
        </pc:sldMkLst>
      </pc:sldChg>
      <pc:sldChg chg="modSp add mod">
        <pc:chgData name="Reinhold Heinlein" userId="c5e5d61b-3817-4f51-a712-dcf8bfbff443" providerId="ADAL" clId="{C27A3625-E014-4D5F-A28E-99A7A6219024}" dt="2025-06-24T07:59:12.118" v="2687" actId="207"/>
        <pc:sldMkLst>
          <pc:docMk/>
          <pc:sldMk cId="2962165619" sldId="280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564948171" sldId="281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2939026" sldId="282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24022998" sldId="283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322507558" sldId="284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48410374" sldId="285"/>
        </pc:sldMkLst>
      </pc:sldChg>
      <pc:sldChg chg="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4140879207" sldId="286"/>
        </pc:sldMkLst>
      </pc:sldChg>
      <pc:sldChg chg="add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660752015" sldId="287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981878702" sldId="288"/>
        </pc:sldMkLst>
      </pc:sldChg>
      <pc:sldChg chg="addSp delSp 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1396803276" sldId="289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129998017" sldId="290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4200951254" sldId="291"/>
        </pc:sldMkLst>
      </pc:sldChg>
      <pc:sldChg chg="addSp delSp 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482478349" sldId="292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921984589" sldId="293"/>
        </pc:sldMkLst>
      </pc:sldChg>
      <pc:sldChg chg="del">
        <pc:chgData name="Reinhold Heinlein" userId="c5e5d61b-3817-4f51-a712-dcf8bfbff443" providerId="ADAL" clId="{C27A3625-E014-4D5F-A28E-99A7A6219024}" dt="2025-06-23T11:31:16.793" v="94" actId="47"/>
        <pc:sldMkLst>
          <pc:docMk/>
          <pc:sldMk cId="677322704" sldId="294"/>
        </pc:sldMkLst>
      </pc:sldChg>
      <pc:sldChg chg="addSp delSp modSp add mod">
        <pc:chgData name="Reinhold Heinlein" userId="c5e5d61b-3817-4f51-a712-dcf8bfbff443" providerId="ADAL" clId="{C27A3625-E014-4D5F-A28E-99A7A6219024}" dt="2025-06-24T07:59:36.486" v="2696" actId="20577"/>
        <pc:sldMkLst>
          <pc:docMk/>
          <pc:sldMk cId="1896460289" sldId="294"/>
        </pc:sldMkLst>
      </pc:sldChg>
      <pc:sldChg chg="add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469851066" sldId="295"/>
        </pc:sldMkLst>
      </pc:sldChg>
      <pc:sldChg chg="del">
        <pc:chgData name="Reinhold Heinlein" userId="c5e5d61b-3817-4f51-a712-dcf8bfbff443" providerId="ADAL" clId="{C27A3625-E014-4D5F-A28E-99A7A6219024}" dt="2025-06-23T11:31:38.162" v="101" actId="47"/>
        <pc:sldMkLst>
          <pc:docMk/>
          <pc:sldMk cId="2688594072" sldId="338"/>
        </pc:sldMkLst>
      </pc:sldChg>
      <pc:sldChg chg="del">
        <pc:chgData name="Reinhold Heinlein" userId="c5e5d61b-3817-4f51-a712-dcf8bfbff443" providerId="ADAL" clId="{C27A3625-E014-4D5F-A28E-99A7A6219024}" dt="2025-06-23T11:31:40.647" v="102" actId="47"/>
        <pc:sldMkLst>
          <pc:docMk/>
          <pc:sldMk cId="3960014978" sldId="339"/>
        </pc:sldMkLst>
      </pc:sldChg>
      <pc:sldChg chg="del">
        <pc:chgData name="Reinhold Heinlein" userId="c5e5d61b-3817-4f51-a712-dcf8bfbff443" providerId="ADAL" clId="{C27A3625-E014-4D5F-A28E-99A7A6219024}" dt="2025-06-23T11:31:29.706" v="98" actId="47"/>
        <pc:sldMkLst>
          <pc:docMk/>
          <pc:sldMk cId="540285682" sldId="340"/>
        </pc:sldMkLst>
      </pc:sldChg>
      <pc:sldChg chg="del">
        <pc:chgData name="Reinhold Heinlein" userId="c5e5d61b-3817-4f51-a712-dcf8bfbff443" providerId="ADAL" clId="{C27A3625-E014-4D5F-A28E-99A7A6219024}" dt="2025-06-23T11:31:32.030" v="99" actId="47"/>
        <pc:sldMkLst>
          <pc:docMk/>
          <pc:sldMk cId="2478688360" sldId="341"/>
        </pc:sldMkLst>
      </pc:sldChg>
      <pc:sldChg chg="del">
        <pc:chgData name="Reinhold Heinlein" userId="c5e5d61b-3817-4f51-a712-dcf8bfbff443" providerId="ADAL" clId="{C27A3625-E014-4D5F-A28E-99A7A6219024}" dt="2025-06-23T11:31:34.022" v="100" actId="47"/>
        <pc:sldMkLst>
          <pc:docMk/>
          <pc:sldMk cId="3601434426" sldId="342"/>
        </pc:sldMkLst>
      </pc:sldChg>
      <pc:sldChg chg="del">
        <pc:chgData name="Reinhold Heinlein" userId="c5e5d61b-3817-4f51-a712-dcf8bfbff443" providerId="ADAL" clId="{C27A3625-E014-4D5F-A28E-99A7A6219024}" dt="2025-06-23T11:31:24.745" v="97" actId="47"/>
        <pc:sldMkLst>
          <pc:docMk/>
          <pc:sldMk cId="2380973110" sldId="343"/>
        </pc:sldMkLst>
      </pc:sldChg>
      <pc:sldChg chg="del">
        <pc:chgData name="Reinhold Heinlein" userId="c5e5d61b-3817-4f51-a712-dcf8bfbff443" providerId="ADAL" clId="{C27A3625-E014-4D5F-A28E-99A7A6219024}" dt="2025-06-23T11:31:47.131" v="103" actId="47"/>
        <pc:sldMkLst>
          <pc:docMk/>
          <pc:sldMk cId="3079878753" sldId="344"/>
        </pc:sldMkLst>
      </pc:sldChg>
      <pc:sldChg chg="del">
        <pc:chgData name="Reinhold Heinlein" userId="c5e5d61b-3817-4f51-a712-dcf8bfbff443" providerId="ADAL" clId="{C27A3625-E014-4D5F-A28E-99A7A6219024}" dt="2025-06-23T11:31:50.287" v="104" actId="47"/>
        <pc:sldMkLst>
          <pc:docMk/>
          <pc:sldMk cId="853613291" sldId="345"/>
        </pc:sldMkLst>
      </pc:sldChg>
      <pc:sldChg chg="del">
        <pc:chgData name="Reinhold Heinlein" userId="c5e5d61b-3817-4f51-a712-dcf8bfbff443" providerId="ADAL" clId="{C27A3625-E014-4D5F-A28E-99A7A6219024}" dt="2025-06-23T11:31:15.784" v="93" actId="47"/>
        <pc:sldMkLst>
          <pc:docMk/>
          <pc:sldMk cId="685152697" sldId="346"/>
        </pc:sldMkLst>
      </pc:sldChg>
      <pc:sldChg chg="del">
        <pc:chgData name="Reinhold Heinlein" userId="c5e5d61b-3817-4f51-a712-dcf8bfbff443" providerId="ADAL" clId="{C27A3625-E014-4D5F-A28E-99A7A6219024}" dt="2025-06-23T11:31:14.918" v="92" actId="47"/>
        <pc:sldMkLst>
          <pc:docMk/>
          <pc:sldMk cId="335956104" sldId="347"/>
        </pc:sldMkLst>
      </pc:sldChg>
      <pc:sldChg chg="del">
        <pc:chgData name="Reinhold Heinlein" userId="c5e5d61b-3817-4f51-a712-dcf8bfbff443" providerId="ADAL" clId="{C27A3625-E014-4D5F-A28E-99A7A6219024}" dt="2025-06-23T11:31:09.914" v="90" actId="47"/>
        <pc:sldMkLst>
          <pc:docMk/>
          <pc:sldMk cId="3756765807" sldId="348"/>
        </pc:sldMkLst>
      </pc:sldChg>
      <pc:sldChg chg="del">
        <pc:chgData name="Reinhold Heinlein" userId="c5e5d61b-3817-4f51-a712-dcf8bfbff443" providerId="ADAL" clId="{C27A3625-E014-4D5F-A28E-99A7A6219024}" dt="2025-06-23T11:31:10.930" v="91" actId="47"/>
        <pc:sldMkLst>
          <pc:docMk/>
          <pc:sldMk cId="3277624640" sldId="349"/>
        </pc:sldMkLst>
      </pc:sldChg>
      <pc:sldChg chg="del">
        <pc:chgData name="Reinhold Heinlein" userId="c5e5d61b-3817-4f51-a712-dcf8bfbff443" providerId="ADAL" clId="{C27A3625-E014-4D5F-A28E-99A7A6219024}" dt="2025-06-23T11:31:00.418" v="87" actId="47"/>
        <pc:sldMkLst>
          <pc:docMk/>
          <pc:sldMk cId="1367380946" sldId="350"/>
        </pc:sldMkLst>
      </pc:sldChg>
      <pc:sldMasterChg chg="del delSldLayout">
        <pc:chgData name="Reinhold Heinlein" userId="c5e5d61b-3817-4f51-a712-dcf8bfbff443" providerId="ADAL" clId="{C27A3625-E014-4D5F-A28E-99A7A6219024}" dt="2025-06-23T11:31:16.793" v="94" actId="47"/>
        <pc:sldMasterMkLst>
          <pc:docMk/>
          <pc:sldMasterMk cId="341449476" sldId="2147483976"/>
        </pc:sldMasterMkLst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4249324711" sldId="2147483977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1055159816" sldId="2147483978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918792780" sldId="2147483979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711613718" sldId="2147483980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500397348" sldId="2147483981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59980995" sldId="2147483982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664001492" sldId="2147483983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1963401624" sldId="2147483984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683404402" sldId="2147483985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878096228" sldId="2147483986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02291087" sldId="2147483987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2821685059" sldId="2147483988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758576439" sldId="2147483989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1399615867" sldId="2147483990"/>
          </pc:sldLayoutMkLst>
        </pc:sldLayoutChg>
      </pc:sldMasterChg>
    </pc:docChg>
  </pc:docChgLst>
  <pc:docChgLst>
    <pc:chgData name="Reinhold Heinlein" userId="c5e5d61b-3817-4f51-a712-dcf8bfbff443" providerId="ADAL" clId="{3D404599-FF1A-40D4-BACF-415E8630DB47}"/>
    <pc:docChg chg="undo custSel addSld delSld modSld sldOrd">
      <pc:chgData name="Reinhold Heinlein" userId="c5e5d61b-3817-4f51-a712-dcf8bfbff443" providerId="ADAL" clId="{3D404599-FF1A-40D4-BACF-415E8630DB47}" dt="2025-06-25T10:48:39.065" v="3042" actId="20577"/>
      <pc:docMkLst>
        <pc:docMk/>
      </pc:docMkLst>
      <pc:sldChg chg="modSp mod">
        <pc:chgData name="Reinhold Heinlein" userId="c5e5d61b-3817-4f51-a712-dcf8bfbff443" providerId="ADAL" clId="{3D404599-FF1A-40D4-BACF-415E8630DB47}" dt="2025-06-24T10:19:31.228" v="8" actId="20577"/>
        <pc:sldMkLst>
          <pc:docMk/>
          <pc:sldMk cId="371339850" sldId="256"/>
        </pc:sldMkLst>
      </pc:sldChg>
      <pc:sldChg chg="modSp mod">
        <pc:chgData name="Reinhold Heinlein" userId="c5e5d61b-3817-4f51-a712-dcf8bfbff443" providerId="ADAL" clId="{3D404599-FF1A-40D4-BACF-415E8630DB47}" dt="2025-06-24T10:21:52.369" v="29" actId="20577"/>
        <pc:sldMkLst>
          <pc:docMk/>
          <pc:sldMk cId="2884623810" sldId="258"/>
        </pc:sldMkLst>
      </pc:sldChg>
      <pc:sldChg chg="modSp mod">
        <pc:chgData name="Reinhold Heinlein" userId="c5e5d61b-3817-4f51-a712-dcf8bfbff443" providerId="ADAL" clId="{3D404599-FF1A-40D4-BACF-415E8630DB47}" dt="2025-06-24T10:27:12.467" v="113" actId="20577"/>
        <pc:sldMkLst>
          <pc:docMk/>
          <pc:sldMk cId="1363191569" sldId="271"/>
        </pc:sldMkLst>
      </pc:sldChg>
      <pc:sldChg chg="modSp mod">
        <pc:chgData name="Reinhold Heinlein" userId="c5e5d61b-3817-4f51-a712-dcf8bfbff443" providerId="ADAL" clId="{3D404599-FF1A-40D4-BACF-415E8630DB47}" dt="2025-06-24T11:16:10.950" v="687" actId="20577"/>
        <pc:sldMkLst>
          <pc:docMk/>
          <pc:sldMk cId="3651346321" sldId="273"/>
        </pc:sldMkLst>
      </pc:sldChg>
      <pc:sldChg chg="modSp add mod">
        <pc:chgData name="Reinhold Heinlein" userId="c5e5d61b-3817-4f51-a712-dcf8bfbff443" providerId="ADAL" clId="{3D404599-FF1A-40D4-BACF-415E8630DB47}" dt="2025-06-24T11:57:29.227" v="1702" actId="5793"/>
        <pc:sldMkLst>
          <pc:docMk/>
          <pc:sldMk cId="1198622452" sldId="274"/>
        </pc:sldMkLst>
      </pc:sldChg>
      <pc:sldChg chg="del">
        <pc:chgData name="Reinhold Heinlein" userId="c5e5d61b-3817-4f51-a712-dcf8bfbff443" providerId="ADAL" clId="{3D404599-FF1A-40D4-BACF-415E8630DB47}" dt="2025-06-24T10:27:46.244" v="115" actId="47"/>
        <pc:sldMkLst>
          <pc:docMk/>
          <pc:sldMk cId="2711634836" sldId="274"/>
        </pc:sldMkLst>
      </pc:sldChg>
      <pc:sldChg chg="addSp modSp add mod">
        <pc:chgData name="Reinhold Heinlein" userId="c5e5d61b-3817-4f51-a712-dcf8bfbff443" providerId="ADAL" clId="{3D404599-FF1A-40D4-BACF-415E8630DB47}" dt="2025-06-24T11:43:36.280" v="1276" actId="20577"/>
        <pc:sldMkLst>
          <pc:docMk/>
          <pc:sldMk cId="1068113838" sldId="275"/>
        </pc:sldMkLst>
      </pc:sldChg>
      <pc:sldChg chg="del">
        <pc:chgData name="Reinhold Heinlein" userId="c5e5d61b-3817-4f51-a712-dcf8bfbff443" providerId="ADAL" clId="{3D404599-FF1A-40D4-BACF-415E8630DB47}" dt="2025-06-24T10:27:45.464" v="114" actId="47"/>
        <pc:sldMkLst>
          <pc:docMk/>
          <pc:sldMk cId="3618535768" sldId="275"/>
        </pc:sldMkLst>
      </pc:sldChg>
      <pc:sldChg chg="del">
        <pc:chgData name="Reinhold Heinlein" userId="c5e5d61b-3817-4f51-a712-dcf8bfbff443" providerId="ADAL" clId="{3D404599-FF1A-40D4-BACF-415E8630DB47}" dt="2025-06-24T10:27:46.691" v="116" actId="47"/>
        <pc:sldMkLst>
          <pc:docMk/>
          <pc:sldMk cId="746794973" sldId="276"/>
        </pc:sldMkLst>
      </pc:sldChg>
      <pc:sldChg chg="modSp add mod ord">
        <pc:chgData name="Reinhold Heinlein" userId="c5e5d61b-3817-4f51-a712-dcf8bfbff443" providerId="ADAL" clId="{3D404599-FF1A-40D4-BACF-415E8630DB47}" dt="2025-06-24T12:01:34.976" v="1706" actId="20577"/>
        <pc:sldMkLst>
          <pc:docMk/>
          <pc:sldMk cId="3965540341" sldId="276"/>
        </pc:sldMkLst>
      </pc:sldChg>
      <pc:sldChg chg="del">
        <pc:chgData name="Reinhold Heinlein" userId="c5e5d61b-3817-4f51-a712-dcf8bfbff443" providerId="ADAL" clId="{3D404599-FF1A-40D4-BACF-415E8630DB47}" dt="2025-06-24T10:27:47.313" v="118" actId="47"/>
        <pc:sldMkLst>
          <pc:docMk/>
          <pc:sldMk cId="739651426" sldId="277"/>
        </pc:sldMkLst>
      </pc:sldChg>
      <pc:sldChg chg="modSp add mod">
        <pc:chgData name="Reinhold Heinlein" userId="c5e5d61b-3817-4f51-a712-dcf8bfbff443" providerId="ADAL" clId="{3D404599-FF1A-40D4-BACF-415E8630DB47}" dt="2025-06-24T12:22:00.470" v="1729" actId="20577"/>
        <pc:sldMkLst>
          <pc:docMk/>
          <pc:sldMk cId="1216957791" sldId="277"/>
        </pc:sldMkLst>
      </pc:sldChg>
      <pc:sldChg chg="modSp add mod">
        <pc:chgData name="Reinhold Heinlein" userId="c5e5d61b-3817-4f51-a712-dcf8bfbff443" providerId="ADAL" clId="{3D404599-FF1A-40D4-BACF-415E8630DB47}" dt="2025-06-24T13:13:15.277" v="2237" actId="20577"/>
        <pc:sldMkLst>
          <pc:docMk/>
          <pc:sldMk cId="2813269240" sldId="278"/>
        </pc:sldMkLst>
      </pc:sldChg>
      <pc:sldChg chg="del">
        <pc:chgData name="Reinhold Heinlein" userId="c5e5d61b-3817-4f51-a712-dcf8bfbff443" providerId="ADAL" clId="{3D404599-FF1A-40D4-BACF-415E8630DB47}" dt="2025-06-24T10:27:47.073" v="117" actId="47"/>
        <pc:sldMkLst>
          <pc:docMk/>
          <pc:sldMk cId="2899668861" sldId="278"/>
        </pc:sldMkLst>
      </pc:sldChg>
      <pc:sldChg chg="del">
        <pc:chgData name="Reinhold Heinlein" userId="c5e5d61b-3817-4f51-a712-dcf8bfbff443" providerId="ADAL" clId="{3D404599-FF1A-40D4-BACF-415E8630DB47}" dt="2025-06-24T10:27:47.528" v="119" actId="47"/>
        <pc:sldMkLst>
          <pc:docMk/>
          <pc:sldMk cId="466107885" sldId="279"/>
        </pc:sldMkLst>
      </pc:sldChg>
      <pc:sldChg chg="addSp delSp modSp add mod">
        <pc:chgData name="Reinhold Heinlein" userId="c5e5d61b-3817-4f51-a712-dcf8bfbff443" providerId="ADAL" clId="{3D404599-FF1A-40D4-BACF-415E8630DB47}" dt="2025-06-24T13:53:04.487" v="2835" actId="122"/>
        <pc:sldMkLst>
          <pc:docMk/>
          <pc:sldMk cId="2588099372" sldId="279"/>
        </pc:sldMkLst>
      </pc:sldChg>
      <pc:sldChg chg="addSp delSp modSp add mod">
        <pc:chgData name="Reinhold Heinlein" userId="c5e5d61b-3817-4f51-a712-dcf8bfbff443" providerId="ADAL" clId="{3D404599-FF1A-40D4-BACF-415E8630DB47}" dt="2025-06-24T12:57:09.613" v="2091" actId="20577"/>
        <pc:sldMkLst>
          <pc:docMk/>
          <pc:sldMk cId="2646066512" sldId="280"/>
        </pc:sldMkLst>
      </pc:sldChg>
      <pc:sldChg chg="del">
        <pc:chgData name="Reinhold Heinlein" userId="c5e5d61b-3817-4f51-a712-dcf8bfbff443" providerId="ADAL" clId="{3D404599-FF1A-40D4-BACF-415E8630DB47}" dt="2025-06-24T10:27:56.233" v="134" actId="47"/>
        <pc:sldMkLst>
          <pc:docMk/>
          <pc:sldMk cId="2962165619" sldId="280"/>
        </pc:sldMkLst>
      </pc:sldChg>
      <pc:sldChg chg="del">
        <pc:chgData name="Reinhold Heinlein" userId="c5e5d61b-3817-4f51-a712-dcf8bfbff443" providerId="ADAL" clId="{3D404599-FF1A-40D4-BACF-415E8630DB47}" dt="2025-06-24T10:27:47.800" v="120" actId="47"/>
        <pc:sldMkLst>
          <pc:docMk/>
          <pc:sldMk cId="564948171" sldId="281"/>
        </pc:sldMkLst>
      </pc:sldChg>
      <pc:sldChg chg="modSp add mod ord">
        <pc:chgData name="Reinhold Heinlein" userId="c5e5d61b-3817-4f51-a712-dcf8bfbff443" providerId="ADAL" clId="{3D404599-FF1A-40D4-BACF-415E8630DB47}" dt="2025-06-24T13:53:15.423" v="2836" actId="122"/>
        <pc:sldMkLst>
          <pc:docMk/>
          <pc:sldMk cId="3708678275" sldId="281"/>
        </pc:sldMkLst>
      </pc:sldChg>
      <pc:sldChg chg="del">
        <pc:chgData name="Reinhold Heinlein" userId="c5e5d61b-3817-4f51-a712-dcf8bfbff443" providerId="ADAL" clId="{3D404599-FF1A-40D4-BACF-415E8630DB47}" dt="2025-06-24T10:27:48.045" v="121" actId="47"/>
        <pc:sldMkLst>
          <pc:docMk/>
          <pc:sldMk cId="22939026" sldId="282"/>
        </pc:sldMkLst>
      </pc:sldChg>
      <pc:sldChg chg="addSp delSp modSp add mod ord">
        <pc:chgData name="Reinhold Heinlein" userId="c5e5d61b-3817-4f51-a712-dcf8bfbff443" providerId="ADAL" clId="{3D404599-FF1A-40D4-BACF-415E8630DB47}" dt="2025-06-24T13:11:05.810" v="2229" actId="14100"/>
        <pc:sldMkLst>
          <pc:docMk/>
          <pc:sldMk cId="2712468503" sldId="282"/>
        </pc:sldMkLst>
      </pc:sldChg>
      <pc:sldChg chg="modSp add mod ord">
        <pc:chgData name="Reinhold Heinlein" userId="c5e5d61b-3817-4f51-a712-dcf8bfbff443" providerId="ADAL" clId="{3D404599-FF1A-40D4-BACF-415E8630DB47}" dt="2025-06-24T13:18:50.411" v="2329" actId="20577"/>
        <pc:sldMkLst>
          <pc:docMk/>
          <pc:sldMk cId="1379435583" sldId="283"/>
        </pc:sldMkLst>
      </pc:sldChg>
      <pc:sldChg chg="del">
        <pc:chgData name="Reinhold Heinlein" userId="c5e5d61b-3817-4f51-a712-dcf8bfbff443" providerId="ADAL" clId="{3D404599-FF1A-40D4-BACF-415E8630DB47}" dt="2025-06-24T10:27:48.266" v="122" actId="47"/>
        <pc:sldMkLst>
          <pc:docMk/>
          <pc:sldMk cId="2824022998" sldId="283"/>
        </pc:sldMkLst>
      </pc:sldChg>
      <pc:sldChg chg="del">
        <pc:chgData name="Reinhold Heinlein" userId="c5e5d61b-3817-4f51-a712-dcf8bfbff443" providerId="ADAL" clId="{3D404599-FF1A-40D4-BACF-415E8630DB47}" dt="2025-06-24T10:27:48.868" v="123" actId="47"/>
        <pc:sldMkLst>
          <pc:docMk/>
          <pc:sldMk cId="3322507558" sldId="284"/>
        </pc:sldMkLst>
      </pc:sldChg>
      <pc:sldChg chg="modSp add mod">
        <pc:chgData name="Reinhold Heinlein" userId="c5e5d61b-3817-4f51-a712-dcf8bfbff443" providerId="ADAL" clId="{3D404599-FF1A-40D4-BACF-415E8630DB47}" dt="2025-06-24T13:22:18.499" v="2367" actId="20577"/>
        <pc:sldMkLst>
          <pc:docMk/>
          <pc:sldMk cId="4115030236" sldId="284"/>
        </pc:sldMkLst>
      </pc:sldChg>
      <pc:sldChg chg="modSp add mod">
        <pc:chgData name="Reinhold Heinlein" userId="c5e5d61b-3817-4f51-a712-dcf8bfbff443" providerId="ADAL" clId="{3D404599-FF1A-40D4-BACF-415E8630DB47}" dt="2025-06-24T13:53:58.375" v="2854" actId="20577"/>
        <pc:sldMkLst>
          <pc:docMk/>
          <pc:sldMk cId="1794860354" sldId="285"/>
        </pc:sldMkLst>
      </pc:sldChg>
      <pc:sldChg chg="del">
        <pc:chgData name="Reinhold Heinlein" userId="c5e5d61b-3817-4f51-a712-dcf8bfbff443" providerId="ADAL" clId="{3D404599-FF1A-40D4-BACF-415E8630DB47}" dt="2025-06-24T10:27:49.387" v="124" actId="47"/>
        <pc:sldMkLst>
          <pc:docMk/>
          <pc:sldMk cId="2848410374" sldId="285"/>
        </pc:sldMkLst>
      </pc:sldChg>
      <pc:sldChg chg="del">
        <pc:chgData name="Reinhold Heinlein" userId="c5e5d61b-3817-4f51-a712-dcf8bfbff443" providerId="ADAL" clId="{3D404599-FF1A-40D4-BACF-415E8630DB47}" dt="2025-06-24T10:27:52.373" v="125" actId="47"/>
        <pc:sldMkLst>
          <pc:docMk/>
          <pc:sldMk cId="4140879207" sldId="286"/>
        </pc:sldMkLst>
      </pc:sldChg>
      <pc:sldChg chg="modSp add mod">
        <pc:chgData name="Reinhold Heinlein" userId="c5e5d61b-3817-4f51-a712-dcf8bfbff443" providerId="ADAL" clId="{3D404599-FF1A-40D4-BACF-415E8630DB47}" dt="2025-06-24T13:32:25.875" v="2536" actId="12"/>
        <pc:sldMkLst>
          <pc:docMk/>
          <pc:sldMk cId="4206327208" sldId="286"/>
        </pc:sldMkLst>
      </pc:sldChg>
      <pc:sldChg chg="del">
        <pc:chgData name="Reinhold Heinlein" userId="c5e5d61b-3817-4f51-a712-dcf8bfbff443" providerId="ADAL" clId="{3D404599-FF1A-40D4-BACF-415E8630DB47}" dt="2025-06-24T10:27:52.806" v="126" actId="47"/>
        <pc:sldMkLst>
          <pc:docMk/>
          <pc:sldMk cId="660752015" sldId="287"/>
        </pc:sldMkLst>
      </pc:sldChg>
      <pc:sldChg chg="add del">
        <pc:chgData name="Reinhold Heinlein" userId="c5e5d61b-3817-4f51-a712-dcf8bfbff443" providerId="ADAL" clId="{3D404599-FF1A-40D4-BACF-415E8630DB47}" dt="2025-06-24T13:35:57.928" v="2546" actId="47"/>
        <pc:sldMkLst>
          <pc:docMk/>
          <pc:sldMk cId="1077935355" sldId="287"/>
        </pc:sldMkLst>
      </pc:sldChg>
      <pc:sldChg chg="del">
        <pc:chgData name="Reinhold Heinlein" userId="c5e5d61b-3817-4f51-a712-dcf8bfbff443" providerId="ADAL" clId="{3D404599-FF1A-40D4-BACF-415E8630DB47}" dt="2025-06-24T10:27:53.204" v="127" actId="47"/>
        <pc:sldMkLst>
          <pc:docMk/>
          <pc:sldMk cId="981878702" sldId="288"/>
        </pc:sldMkLst>
      </pc:sldChg>
      <pc:sldChg chg="addSp delSp modSp add mod">
        <pc:chgData name="Reinhold Heinlein" userId="c5e5d61b-3817-4f51-a712-dcf8bfbff443" providerId="ADAL" clId="{3D404599-FF1A-40D4-BACF-415E8630DB47}" dt="2025-06-24T13:34:24.900" v="2545" actId="1076"/>
        <pc:sldMkLst>
          <pc:docMk/>
          <pc:sldMk cId="2364485456" sldId="288"/>
        </pc:sldMkLst>
      </pc:sldChg>
      <pc:sldChg chg="del">
        <pc:chgData name="Reinhold Heinlein" userId="c5e5d61b-3817-4f51-a712-dcf8bfbff443" providerId="ADAL" clId="{3D404599-FF1A-40D4-BACF-415E8630DB47}" dt="2025-06-24T10:27:54.245" v="130" actId="47"/>
        <pc:sldMkLst>
          <pc:docMk/>
          <pc:sldMk cId="1396803276" sldId="289"/>
        </pc:sldMkLst>
      </pc:sldChg>
      <pc:sldChg chg="modSp add mod ord">
        <pc:chgData name="Reinhold Heinlein" userId="c5e5d61b-3817-4f51-a712-dcf8bfbff443" providerId="ADAL" clId="{3D404599-FF1A-40D4-BACF-415E8630DB47}" dt="2025-06-24T13:40:38.886" v="2680" actId="20577"/>
        <pc:sldMkLst>
          <pc:docMk/>
          <pc:sldMk cId="1684746244" sldId="289"/>
        </pc:sldMkLst>
      </pc:sldChg>
      <pc:sldChg chg="modSp add mod ord">
        <pc:chgData name="Reinhold Heinlein" userId="c5e5d61b-3817-4f51-a712-dcf8bfbff443" providerId="ADAL" clId="{3D404599-FF1A-40D4-BACF-415E8630DB47}" dt="2025-06-24T13:47:25.517" v="2778" actId="20577"/>
        <pc:sldMkLst>
          <pc:docMk/>
          <pc:sldMk cId="1720923428" sldId="290"/>
        </pc:sldMkLst>
      </pc:sldChg>
      <pc:sldChg chg="del">
        <pc:chgData name="Reinhold Heinlein" userId="c5e5d61b-3817-4f51-a712-dcf8bfbff443" providerId="ADAL" clId="{3D404599-FF1A-40D4-BACF-415E8630DB47}" dt="2025-06-24T10:27:54.575" v="131" actId="47"/>
        <pc:sldMkLst>
          <pc:docMk/>
          <pc:sldMk cId="3129998017" sldId="290"/>
        </pc:sldMkLst>
      </pc:sldChg>
      <pc:sldChg chg="modSp add mod ord">
        <pc:chgData name="Reinhold Heinlein" userId="c5e5d61b-3817-4f51-a712-dcf8bfbff443" providerId="ADAL" clId="{3D404599-FF1A-40D4-BACF-415E8630DB47}" dt="2025-06-24T13:51:10.749" v="2834" actId="20577"/>
        <pc:sldMkLst>
          <pc:docMk/>
          <pc:sldMk cId="2059240468" sldId="291"/>
        </pc:sldMkLst>
      </pc:sldChg>
      <pc:sldChg chg="del">
        <pc:chgData name="Reinhold Heinlein" userId="c5e5d61b-3817-4f51-a712-dcf8bfbff443" providerId="ADAL" clId="{3D404599-FF1A-40D4-BACF-415E8630DB47}" dt="2025-06-24T10:27:55.213" v="132" actId="47"/>
        <pc:sldMkLst>
          <pc:docMk/>
          <pc:sldMk cId="4200951254" sldId="291"/>
        </pc:sldMkLst>
      </pc:sldChg>
      <pc:sldChg chg="modSp add mod">
        <pc:chgData name="Reinhold Heinlein" userId="c5e5d61b-3817-4f51-a712-dcf8bfbff443" providerId="ADAL" clId="{3D404599-FF1A-40D4-BACF-415E8630DB47}" dt="2025-06-25T10:48:39.065" v="3042" actId="20577"/>
        <pc:sldMkLst>
          <pc:docMk/>
          <pc:sldMk cId="2919216426" sldId="292"/>
        </pc:sldMkLst>
      </pc:sldChg>
      <pc:sldChg chg="del">
        <pc:chgData name="Reinhold Heinlein" userId="c5e5d61b-3817-4f51-a712-dcf8bfbff443" providerId="ADAL" clId="{3D404599-FF1A-40D4-BACF-415E8630DB47}" dt="2025-06-24T10:27:53.610" v="128" actId="47"/>
        <pc:sldMkLst>
          <pc:docMk/>
          <pc:sldMk cId="3482478349" sldId="292"/>
        </pc:sldMkLst>
      </pc:sldChg>
      <pc:sldChg chg="del">
        <pc:chgData name="Reinhold Heinlein" userId="c5e5d61b-3817-4f51-a712-dcf8bfbff443" providerId="ADAL" clId="{3D404599-FF1A-40D4-BACF-415E8630DB47}" dt="2025-06-24T10:27:53.874" v="129" actId="47"/>
        <pc:sldMkLst>
          <pc:docMk/>
          <pc:sldMk cId="2921984589" sldId="293"/>
        </pc:sldMkLst>
      </pc:sldChg>
      <pc:sldChg chg="del">
        <pc:chgData name="Reinhold Heinlein" userId="c5e5d61b-3817-4f51-a712-dcf8bfbff443" providerId="ADAL" clId="{3D404599-FF1A-40D4-BACF-415E8630DB47}" dt="2025-06-24T10:27:55.612" v="133" actId="47"/>
        <pc:sldMkLst>
          <pc:docMk/>
          <pc:sldMk cId="1896460289" sldId="294"/>
        </pc:sldMkLst>
      </pc:sldChg>
      <pc:sldChg chg="del">
        <pc:chgData name="Reinhold Heinlein" userId="c5e5d61b-3817-4f51-a712-dcf8bfbff443" providerId="ADAL" clId="{3D404599-FF1A-40D4-BACF-415E8630DB47}" dt="2025-06-24T10:27:56.839" v="135" actId="47"/>
        <pc:sldMkLst>
          <pc:docMk/>
          <pc:sldMk cId="3469851066" sldId="295"/>
        </pc:sldMkLst>
      </pc:sldChg>
    </pc:docChg>
  </pc:docChgLst>
  <pc:docChgLst>
    <pc:chgData name="Reinhold Heinlein" userId="c5e5d61b-3817-4f51-a712-dcf8bfbff443" providerId="ADAL" clId="{D4444DDF-B0C2-4F26-9687-8AE96CD12419}"/>
    <pc:docChg chg="undo redo custSel addSld delSld modSld sldOrd">
      <pc:chgData name="Reinhold Heinlein" userId="c5e5d61b-3817-4f51-a712-dcf8bfbff443" providerId="ADAL" clId="{D4444DDF-B0C2-4F26-9687-8AE96CD12419}" dt="2025-06-19T09:23:28.846" v="3071" actId="20577"/>
      <pc:docMkLst>
        <pc:docMk/>
      </pc:docMkLst>
      <pc:sldChg chg="modSp mod">
        <pc:chgData name="Reinhold Heinlein" userId="c5e5d61b-3817-4f51-a712-dcf8bfbff443" providerId="ADAL" clId="{D4444DDF-B0C2-4F26-9687-8AE96CD12419}" dt="2025-06-18T08:21:49.507" v="1" actId="20577"/>
        <pc:sldMkLst>
          <pc:docMk/>
          <pc:sldMk cId="371339850" sldId="256"/>
        </pc:sldMkLst>
      </pc:sldChg>
      <pc:sldChg chg="modSp mod">
        <pc:chgData name="Reinhold Heinlein" userId="c5e5d61b-3817-4f51-a712-dcf8bfbff443" providerId="ADAL" clId="{D4444DDF-B0C2-4F26-9687-8AE96CD12419}" dt="2025-06-18T08:22:37.126" v="5" actId="20577"/>
        <pc:sldMkLst>
          <pc:docMk/>
          <pc:sldMk cId="2884623810" sldId="258"/>
        </pc:sldMkLst>
      </pc:sldChg>
      <pc:sldChg chg="modSp mod">
        <pc:chgData name="Reinhold Heinlein" userId="c5e5d61b-3817-4f51-a712-dcf8bfbff443" providerId="ADAL" clId="{D4444DDF-B0C2-4F26-9687-8AE96CD12419}" dt="2025-06-18T08:58:45.803" v="440" actId="20577"/>
        <pc:sldMkLst>
          <pc:docMk/>
          <pc:sldMk cId="1363191569" sldId="271"/>
        </pc:sldMkLst>
      </pc:sldChg>
      <pc:sldChg chg="modSp mod">
        <pc:chgData name="Reinhold Heinlein" userId="c5e5d61b-3817-4f51-a712-dcf8bfbff443" providerId="ADAL" clId="{D4444DDF-B0C2-4F26-9687-8AE96CD12419}" dt="2025-06-18T13:24:24.838" v="3062" actId="20577"/>
        <pc:sldMkLst>
          <pc:docMk/>
          <pc:sldMk cId="3651346321" sldId="273"/>
        </pc:sldMkLst>
      </pc:sldChg>
      <pc:sldChg chg="modSp add mod">
        <pc:chgData name="Reinhold Heinlein" userId="c5e5d61b-3817-4f51-a712-dcf8bfbff443" providerId="ADAL" clId="{D4444DDF-B0C2-4F26-9687-8AE96CD12419}" dt="2025-06-18T11:08:33.988" v="2362" actId="14100"/>
        <pc:sldMkLst>
          <pc:docMk/>
          <pc:sldMk cId="677322704" sldId="294"/>
        </pc:sldMkLst>
      </pc:sldChg>
      <pc:sldChg chg="del">
        <pc:chgData name="Reinhold Heinlein" userId="c5e5d61b-3817-4f51-a712-dcf8bfbff443" providerId="ADAL" clId="{D4444DDF-B0C2-4F26-9687-8AE96CD12419}" dt="2025-06-18T08:56:10.483" v="297" actId="47"/>
        <pc:sldMkLst>
          <pc:docMk/>
          <pc:sldMk cId="501659311" sldId="324"/>
        </pc:sldMkLst>
      </pc:sldChg>
      <pc:sldChg chg="del">
        <pc:chgData name="Reinhold Heinlein" userId="c5e5d61b-3817-4f51-a712-dcf8bfbff443" providerId="ADAL" clId="{D4444DDF-B0C2-4F26-9687-8AE96CD12419}" dt="2025-06-18T08:55:55.417" v="284" actId="47"/>
        <pc:sldMkLst>
          <pc:docMk/>
          <pc:sldMk cId="1900873510" sldId="325"/>
        </pc:sldMkLst>
      </pc:sldChg>
      <pc:sldChg chg="del">
        <pc:chgData name="Reinhold Heinlein" userId="c5e5d61b-3817-4f51-a712-dcf8bfbff443" providerId="ADAL" clId="{D4444DDF-B0C2-4F26-9687-8AE96CD12419}" dt="2025-06-18T08:55:58.876" v="285" actId="47"/>
        <pc:sldMkLst>
          <pc:docMk/>
          <pc:sldMk cId="2719714842" sldId="326"/>
        </pc:sldMkLst>
      </pc:sldChg>
      <pc:sldChg chg="del">
        <pc:chgData name="Reinhold Heinlein" userId="c5e5d61b-3817-4f51-a712-dcf8bfbff443" providerId="ADAL" clId="{D4444DDF-B0C2-4F26-9687-8AE96CD12419}" dt="2025-06-18T08:55:59.482" v="286" actId="47"/>
        <pc:sldMkLst>
          <pc:docMk/>
          <pc:sldMk cId="2756305870" sldId="327"/>
        </pc:sldMkLst>
      </pc:sldChg>
      <pc:sldChg chg="del">
        <pc:chgData name="Reinhold Heinlein" userId="c5e5d61b-3817-4f51-a712-dcf8bfbff443" providerId="ADAL" clId="{D4444DDF-B0C2-4F26-9687-8AE96CD12419}" dt="2025-06-18T08:56:00.131" v="287" actId="47"/>
        <pc:sldMkLst>
          <pc:docMk/>
          <pc:sldMk cId="1377623855" sldId="328"/>
        </pc:sldMkLst>
      </pc:sldChg>
      <pc:sldChg chg="del">
        <pc:chgData name="Reinhold Heinlein" userId="c5e5d61b-3817-4f51-a712-dcf8bfbff443" providerId="ADAL" clId="{D4444DDF-B0C2-4F26-9687-8AE96CD12419}" dt="2025-06-18T08:56:00.712" v="288" actId="47"/>
        <pc:sldMkLst>
          <pc:docMk/>
          <pc:sldMk cId="4054621891" sldId="329"/>
        </pc:sldMkLst>
      </pc:sldChg>
      <pc:sldChg chg="del">
        <pc:chgData name="Reinhold Heinlein" userId="c5e5d61b-3817-4f51-a712-dcf8bfbff443" providerId="ADAL" clId="{D4444DDF-B0C2-4F26-9687-8AE96CD12419}" dt="2025-06-18T08:56:01.979" v="289" actId="47"/>
        <pc:sldMkLst>
          <pc:docMk/>
          <pc:sldMk cId="964645156" sldId="330"/>
        </pc:sldMkLst>
      </pc:sldChg>
      <pc:sldChg chg="del">
        <pc:chgData name="Reinhold Heinlein" userId="c5e5d61b-3817-4f51-a712-dcf8bfbff443" providerId="ADAL" clId="{D4444DDF-B0C2-4F26-9687-8AE96CD12419}" dt="2025-06-18T08:56:02.542" v="290" actId="47"/>
        <pc:sldMkLst>
          <pc:docMk/>
          <pc:sldMk cId="2936980827" sldId="331"/>
        </pc:sldMkLst>
      </pc:sldChg>
      <pc:sldChg chg="del">
        <pc:chgData name="Reinhold Heinlein" userId="c5e5d61b-3817-4f51-a712-dcf8bfbff443" providerId="ADAL" clId="{D4444DDF-B0C2-4F26-9687-8AE96CD12419}" dt="2025-06-18T08:56:03.254" v="291" actId="47"/>
        <pc:sldMkLst>
          <pc:docMk/>
          <pc:sldMk cId="3552782920" sldId="332"/>
        </pc:sldMkLst>
      </pc:sldChg>
      <pc:sldChg chg="del">
        <pc:chgData name="Reinhold Heinlein" userId="c5e5d61b-3817-4f51-a712-dcf8bfbff443" providerId="ADAL" clId="{D4444DDF-B0C2-4F26-9687-8AE96CD12419}" dt="2025-06-18T08:56:03.941" v="292" actId="47"/>
        <pc:sldMkLst>
          <pc:docMk/>
          <pc:sldMk cId="905114315" sldId="333"/>
        </pc:sldMkLst>
      </pc:sldChg>
      <pc:sldChg chg="del">
        <pc:chgData name="Reinhold Heinlein" userId="c5e5d61b-3817-4f51-a712-dcf8bfbff443" providerId="ADAL" clId="{D4444DDF-B0C2-4F26-9687-8AE96CD12419}" dt="2025-06-18T08:56:04.916" v="293" actId="47"/>
        <pc:sldMkLst>
          <pc:docMk/>
          <pc:sldMk cId="2853713050" sldId="334"/>
        </pc:sldMkLst>
      </pc:sldChg>
      <pc:sldChg chg="del">
        <pc:chgData name="Reinhold Heinlein" userId="c5e5d61b-3817-4f51-a712-dcf8bfbff443" providerId="ADAL" clId="{D4444DDF-B0C2-4F26-9687-8AE96CD12419}" dt="2025-06-18T08:56:06.429" v="295" actId="47"/>
        <pc:sldMkLst>
          <pc:docMk/>
          <pc:sldMk cId="1191206472" sldId="335"/>
        </pc:sldMkLst>
      </pc:sldChg>
      <pc:sldChg chg="del">
        <pc:chgData name="Reinhold Heinlein" userId="c5e5d61b-3817-4f51-a712-dcf8bfbff443" providerId="ADAL" clId="{D4444DDF-B0C2-4F26-9687-8AE96CD12419}" dt="2025-06-18T08:56:06.078" v="294" actId="47"/>
        <pc:sldMkLst>
          <pc:docMk/>
          <pc:sldMk cId="318181740" sldId="336"/>
        </pc:sldMkLst>
      </pc:sldChg>
      <pc:sldChg chg="del">
        <pc:chgData name="Reinhold Heinlein" userId="c5e5d61b-3817-4f51-a712-dcf8bfbff443" providerId="ADAL" clId="{D4444DDF-B0C2-4F26-9687-8AE96CD12419}" dt="2025-06-18T08:56:07.376" v="296" actId="47"/>
        <pc:sldMkLst>
          <pc:docMk/>
          <pc:sldMk cId="173588279" sldId="337"/>
        </pc:sldMkLst>
      </pc:sldChg>
      <pc:sldChg chg="addSp delSp modSp add mod">
        <pc:chgData name="Reinhold Heinlein" userId="c5e5d61b-3817-4f51-a712-dcf8bfbff443" providerId="ADAL" clId="{D4444DDF-B0C2-4F26-9687-8AE96CD12419}" dt="2025-06-18T10:07:50.133" v="1899" actId="207"/>
        <pc:sldMkLst>
          <pc:docMk/>
          <pc:sldMk cId="2688594072" sldId="338"/>
        </pc:sldMkLst>
      </pc:sldChg>
      <pc:sldChg chg="modSp add mod">
        <pc:chgData name="Reinhold Heinlein" userId="c5e5d61b-3817-4f51-a712-dcf8bfbff443" providerId="ADAL" clId="{D4444DDF-B0C2-4F26-9687-8AE96CD12419}" dt="2025-06-18T09:19:38.145" v="834" actId="20577"/>
        <pc:sldMkLst>
          <pc:docMk/>
          <pc:sldMk cId="3960014978" sldId="339"/>
        </pc:sldMkLst>
      </pc:sldChg>
      <pc:sldChg chg="modSp add mod ord">
        <pc:chgData name="Reinhold Heinlein" userId="c5e5d61b-3817-4f51-a712-dcf8bfbff443" providerId="ADAL" clId="{D4444DDF-B0C2-4F26-9687-8AE96CD12419}" dt="2025-06-18T09:27:06.614" v="1046" actId="207"/>
        <pc:sldMkLst>
          <pc:docMk/>
          <pc:sldMk cId="540285682" sldId="340"/>
        </pc:sldMkLst>
      </pc:sldChg>
      <pc:sldChg chg="modSp add mod">
        <pc:chgData name="Reinhold Heinlein" userId="c5e5d61b-3817-4f51-a712-dcf8bfbff443" providerId="ADAL" clId="{D4444DDF-B0C2-4F26-9687-8AE96CD12419}" dt="2025-06-18T09:32:14.012" v="1158" actId="20577"/>
        <pc:sldMkLst>
          <pc:docMk/>
          <pc:sldMk cId="2478688360" sldId="341"/>
        </pc:sldMkLst>
      </pc:sldChg>
      <pc:sldChg chg="addSp modSp add mod">
        <pc:chgData name="Reinhold Heinlein" userId="c5e5d61b-3817-4f51-a712-dcf8bfbff443" providerId="ADAL" clId="{D4444DDF-B0C2-4F26-9687-8AE96CD12419}" dt="2025-06-18T09:54:22.497" v="1597" actId="14100"/>
        <pc:sldMkLst>
          <pc:docMk/>
          <pc:sldMk cId="3601434426" sldId="342"/>
        </pc:sldMkLst>
      </pc:sldChg>
      <pc:sldChg chg="addSp delSp modSp add mod">
        <pc:chgData name="Reinhold Heinlein" userId="c5e5d61b-3817-4f51-a712-dcf8bfbff443" providerId="ADAL" clId="{D4444DDF-B0C2-4F26-9687-8AE96CD12419}" dt="2025-06-18T10:10:26.525" v="1928" actId="20577"/>
        <pc:sldMkLst>
          <pc:docMk/>
          <pc:sldMk cId="2380973110" sldId="343"/>
        </pc:sldMkLst>
      </pc:sldChg>
      <pc:sldChg chg="modSp add mod ord">
        <pc:chgData name="Reinhold Heinlein" userId="c5e5d61b-3817-4f51-a712-dcf8bfbff443" providerId="ADAL" clId="{D4444DDF-B0C2-4F26-9687-8AE96CD12419}" dt="2025-06-18T10:13:31.007" v="2030" actId="20577"/>
        <pc:sldMkLst>
          <pc:docMk/>
          <pc:sldMk cId="3079878753" sldId="344"/>
        </pc:sldMkLst>
      </pc:sldChg>
      <pc:sldChg chg="modSp add mod ord">
        <pc:chgData name="Reinhold Heinlein" userId="c5e5d61b-3817-4f51-a712-dcf8bfbff443" providerId="ADAL" clId="{D4444DDF-B0C2-4F26-9687-8AE96CD12419}" dt="2025-06-18T11:13:16.841" v="2592" actId="20577"/>
        <pc:sldMkLst>
          <pc:docMk/>
          <pc:sldMk cId="853613291" sldId="345"/>
        </pc:sldMkLst>
      </pc:sldChg>
      <pc:sldChg chg="addSp modSp add mod">
        <pc:chgData name="Reinhold Heinlein" userId="c5e5d61b-3817-4f51-a712-dcf8bfbff443" providerId="ADAL" clId="{D4444DDF-B0C2-4F26-9687-8AE96CD12419}" dt="2025-06-18T10:58:17.766" v="2319" actId="207"/>
        <pc:sldMkLst>
          <pc:docMk/>
          <pc:sldMk cId="685152697" sldId="346"/>
        </pc:sldMkLst>
      </pc:sldChg>
      <pc:sldChg chg="modSp add mod">
        <pc:chgData name="Reinhold Heinlein" userId="c5e5d61b-3817-4f51-a712-dcf8bfbff443" providerId="ADAL" clId="{D4444DDF-B0C2-4F26-9687-8AE96CD12419}" dt="2025-06-18T11:24:25.607" v="2593" actId="20577"/>
        <pc:sldMkLst>
          <pc:docMk/>
          <pc:sldMk cId="335956104" sldId="347"/>
        </pc:sldMkLst>
      </pc:sldChg>
      <pc:sldChg chg="addSp delSp modSp add del mod">
        <pc:chgData name="Reinhold Heinlein" userId="c5e5d61b-3817-4f51-a712-dcf8bfbff443" providerId="ADAL" clId="{D4444DDF-B0C2-4F26-9687-8AE96CD12419}" dt="2025-06-18T11:07:26.311" v="2360" actId="2696"/>
        <pc:sldMkLst>
          <pc:docMk/>
          <pc:sldMk cId="3267632517" sldId="347"/>
        </pc:sldMkLst>
      </pc:sldChg>
      <pc:sldChg chg="modSp add mod ord">
        <pc:chgData name="Reinhold Heinlein" userId="c5e5d61b-3817-4f51-a712-dcf8bfbff443" providerId="ADAL" clId="{D4444DDF-B0C2-4F26-9687-8AE96CD12419}" dt="2025-06-18T11:33:28.922" v="2722" actId="20577"/>
        <pc:sldMkLst>
          <pc:docMk/>
          <pc:sldMk cId="3756765807" sldId="348"/>
        </pc:sldMkLst>
      </pc:sldChg>
      <pc:sldChg chg="modSp add mod">
        <pc:chgData name="Reinhold Heinlein" userId="c5e5d61b-3817-4f51-a712-dcf8bfbff443" providerId="ADAL" clId="{D4444DDF-B0C2-4F26-9687-8AE96CD12419}" dt="2025-06-19T09:22:39.256" v="3063" actId="20577"/>
        <pc:sldMkLst>
          <pc:docMk/>
          <pc:sldMk cId="3277624640" sldId="349"/>
        </pc:sldMkLst>
      </pc:sldChg>
      <pc:sldChg chg="modSp add mod">
        <pc:chgData name="Reinhold Heinlein" userId="c5e5d61b-3817-4f51-a712-dcf8bfbff443" providerId="ADAL" clId="{D4444DDF-B0C2-4F26-9687-8AE96CD12419}" dt="2025-06-19T09:23:28.846" v="3071" actId="20577"/>
        <pc:sldMkLst>
          <pc:docMk/>
          <pc:sldMk cId="1367380946" sldId="3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7A73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7834" y="3057655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0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57606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7A7392"/>
              </a:buClr>
              <a:tabLst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7A7392"/>
              </a:buClr>
              <a:buFont typeface="+mj-lt"/>
              <a:buAutoNum type="arabi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196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91BB70-497C-4277-BE10-470B42F4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5403" y="2852936"/>
            <a:ext cx="4283969" cy="25922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9600"/>
              </a:lnSpc>
              <a:buNone/>
              <a:defRPr sz="13000" b="0" i="0" baseline="0">
                <a:solidFill>
                  <a:srgbClr val="7A7392"/>
                </a:solidFill>
                <a:latin typeface="+mj-lt"/>
                <a:ea typeface="Georgia" charset="0"/>
                <a:cs typeface="Georgia" charset="0"/>
              </a:defRPr>
            </a:lvl1pPr>
            <a:lvl2pPr marL="6096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2pPr>
            <a:lvl3pPr marL="12192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3pPr>
            <a:lvl4pPr marL="18288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4pPr>
            <a:lvl5pPr marL="24384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5pPr>
          </a:lstStyle>
          <a:p>
            <a:pPr lvl="0"/>
            <a:r>
              <a:rPr lang="en-GB" dirty="0"/>
              <a:t>100%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9D4CE-1D53-486E-821D-6DD3FBD41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338" y="2852738"/>
            <a:ext cx="3656012" cy="2592387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7A7392"/>
                </a:solidFill>
              </a:defRPr>
            </a:lvl1pPr>
            <a:lvl2pPr marL="609600" indent="0">
              <a:buNone/>
              <a:defRPr sz="2000">
                <a:solidFill>
                  <a:srgbClr val="7A7392"/>
                </a:solidFill>
              </a:defRPr>
            </a:lvl2pPr>
            <a:lvl3pPr marL="1219200" indent="0">
              <a:buNone/>
              <a:defRPr sz="2000">
                <a:solidFill>
                  <a:srgbClr val="7A7392"/>
                </a:solidFill>
              </a:defRPr>
            </a:lvl3pPr>
            <a:lvl4pPr marL="1828800" indent="0">
              <a:buNone/>
              <a:defRPr sz="2000">
                <a:solidFill>
                  <a:srgbClr val="7A7392"/>
                </a:solidFill>
              </a:defRPr>
            </a:lvl4pPr>
            <a:lvl5pPr marL="2438400" indent="0">
              <a:buNone/>
              <a:defRPr sz="2000">
                <a:solidFill>
                  <a:srgbClr val="7A739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70980" y="5661025"/>
            <a:ext cx="7129412" cy="64829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1pPr>
            <a:lvl2pPr marL="6096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2pPr>
            <a:lvl3pPr marL="12192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3pPr>
            <a:lvl4pPr marL="18288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4pPr>
            <a:lvl5pPr marL="24384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7342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7"/>
            <a:ext cx="7886700" cy="72007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</p:sldLayoutIdLst>
  <p:transition spd="slow">
    <p:fade/>
  </p:transition>
  <p:hf hdr="0" ftr="0" dt="0"/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7A7392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29AE-110C-40B7-9DF3-A4A07ADF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3745769"/>
          </a:xfrm>
        </p:spPr>
        <p:txBody>
          <a:bodyPr/>
          <a:lstStyle/>
          <a:p>
            <a:r>
              <a:rPr lang="en-GB" noProof="0" dirty="0"/>
              <a:t>UMET9U-30-1- Professional Skills for Banking and Finance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Lecture 11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D6D5A-6272-44C9-9121-5A48D169B9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000" noProof="0" dirty="0"/>
              <a:t>Presented by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07F5E-61FF-45D2-B0E6-0386A93DB4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01207"/>
          </a:xfrm>
        </p:spPr>
        <p:txBody>
          <a:bodyPr/>
          <a:lstStyle/>
          <a:p>
            <a:r>
              <a:rPr lang="en-GB" sz="2000" noProof="0" dirty="0"/>
              <a:t>Reinhold Heinlein</a:t>
            </a:r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61A58E-4331-43B5-A70A-203EF9F254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Dec</a:t>
            </a:r>
            <a:r>
              <a:rPr lang="en-GB" noProof="0" dirty="0"/>
              <a:t>ember 2025</a:t>
            </a:r>
          </a:p>
        </p:txBody>
      </p:sp>
    </p:spTree>
    <p:extLst>
      <p:ext uri="{BB962C8B-B14F-4D97-AF65-F5344CB8AC3E}">
        <p14:creationId xmlns:p14="http://schemas.microsoft.com/office/powerpoint/2010/main" val="37133985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2C33-84D3-4C74-9F36-3265F3BE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168" y="764704"/>
            <a:ext cx="6515620" cy="2952328"/>
          </a:xfrm>
        </p:spPr>
        <p:txBody>
          <a:bodyPr>
            <a:normAutofit/>
          </a:bodyPr>
          <a:lstStyle/>
          <a:p>
            <a:r>
              <a:rPr lang="en-GB" sz="3200" noProof="0" dirty="0">
                <a:solidFill>
                  <a:schemeClr val="accent4"/>
                </a:solidFill>
              </a:rPr>
              <a:t>Lecture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63DF7-30A5-4CDB-B2AD-10BDF696F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6474" y="1772816"/>
            <a:ext cx="6515620" cy="3384376"/>
          </a:xfrm>
        </p:spPr>
        <p:txBody>
          <a:bodyPr/>
          <a:lstStyle/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Relationships between variables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Scatter graphs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Covariance and correlation coefficients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>
              <a:buClr>
                <a:srgbClr val="7A7392"/>
              </a:buClr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884623810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B426B-A441-3A5E-8180-5BE02244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C48C-C56A-6447-6B9C-807BB7B4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Correlation analysis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B033B-BA17-A349-74FA-C2EEC4D02A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753123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Data </a:t>
            </a:r>
            <a:r>
              <a:rPr lang="en-GB" sz="2400" dirty="0"/>
              <a:t>of </a:t>
            </a:r>
            <a:r>
              <a:rPr lang="en-GB" sz="2400" dirty="0">
                <a:solidFill>
                  <a:srgbClr val="FF0000"/>
                </a:solidFill>
              </a:rPr>
              <a:t>paired observations </a:t>
            </a:r>
            <a:r>
              <a:rPr lang="en-GB" sz="2400" dirty="0"/>
              <a:t>can be used to study relationships between the variables.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Up to here, we studied variables on their own, now we have paired observations, and are interested in relationships.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Relationships can be studied by using graphical analysis or by computing correlation coefficients.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dirty="0"/>
              <a:t>	</a:t>
            </a: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65134632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8BA49-9B32-620D-1FE5-5AFBD127F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6958-5483-C387-44B0-1F3675BA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Correlation analysis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2AC54-4DB2-76AF-4BB8-5C25B8E129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Paired observations can be cross-sectional or time series data.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Example for cross-sectional data: </a:t>
            </a:r>
            <a:r>
              <a:rPr lang="en-GB" sz="2400" dirty="0"/>
              <a:t>Revenues of 20 different  companies in the year 2025. And, number of employees of the same companies in the same year. Positive correlation of the two variables is expected. A company with more employees might have higher revenues.</a:t>
            </a:r>
            <a:endParaRPr lang="en-GB" sz="2400" noProof="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Example for time series data: </a:t>
            </a:r>
            <a:r>
              <a:rPr lang="en-GB" sz="2400" dirty="0"/>
              <a:t>Annual inflation rates of two countries for the time period 2000 to 2025. Most likely inflation will be high at similar points in time. Hence, positive correlation is expected. 	</a:t>
            </a: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19862245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B73D9-6259-BC04-136A-564BC850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5335-0186-49ED-B616-A61BA5A62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Graphical analysis - Example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54264-A25B-4F8E-D14D-084DCF51F6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753123"/>
          </a:xfrm>
        </p:spPr>
        <p:txBody>
          <a:bodyPr/>
          <a:lstStyle/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Figure: Inflation, consumer prices for the US and the UK, annual, 1960-2024.</a:t>
            </a:r>
            <a:endParaRPr lang="en-GB" sz="2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8C681A-049A-DCB0-4475-0941AD44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1" y="1628800"/>
            <a:ext cx="6469249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1383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9CD69-077A-BAFE-CA76-9984C657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5DF4-DAF2-0643-3201-3DF94871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Graphical c</a:t>
            </a:r>
            <a:r>
              <a:rPr lang="en-GB" noProof="0" dirty="0" err="1"/>
              <a:t>orrelation</a:t>
            </a:r>
            <a:r>
              <a:rPr lang="en-GB" noProof="0" dirty="0"/>
              <a:t> analysis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91C03-32DB-0A1A-C942-76B6771B1D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753123"/>
          </a:xfrm>
        </p:spPr>
        <p:txBody>
          <a:bodyPr/>
          <a:lstStyle/>
          <a:p>
            <a:pPr marL="0" lv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Positive correlation: </a:t>
            </a:r>
            <a:r>
              <a:rPr lang="en-GB" sz="2400" dirty="0"/>
              <a:t>When x-values are high, y-values tend to be high. The data cloud is an elliptic upward sloping shape.</a:t>
            </a:r>
          </a:p>
          <a:p>
            <a:pPr marL="0" lv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Negative correlation: </a:t>
            </a:r>
            <a:r>
              <a:rPr lang="en-GB" sz="2400" dirty="0"/>
              <a:t>When x-values are high, y-values tend to be low. The data cloud is an elliptic downward sloping shape.</a:t>
            </a:r>
          </a:p>
          <a:p>
            <a:pPr marL="0" lvl="0" indent="0">
              <a:buNone/>
            </a:pPr>
            <a:r>
              <a:rPr lang="en-GB" sz="2400" dirty="0"/>
              <a:t>	</a:t>
            </a:r>
            <a:endParaRPr lang="en-GB" sz="2400" noProof="0" dirty="0"/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No correlation: </a:t>
            </a:r>
            <a:r>
              <a:rPr lang="en-GB" sz="2400" dirty="0"/>
              <a:t>When x-values and y-values seem not to be connected. The data cloud looks like a random circle of dots.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96554034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77AD-31DF-EFF8-F97B-B10625AB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574E9-5320-2306-7214-8220D937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The covariance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8AD28-0A2E-84F7-DDF4-BD66B8A7FC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753123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The </a:t>
            </a:r>
            <a:r>
              <a:rPr lang="en-GB" sz="2400" noProof="0" dirty="0">
                <a:solidFill>
                  <a:srgbClr val="FF0000"/>
                </a:solidFill>
              </a:rPr>
              <a:t>covariance</a:t>
            </a:r>
            <a:r>
              <a:rPr lang="en-GB" sz="2400" noProof="0" dirty="0"/>
              <a:t> between two variables X and Y measures the extent to which a variation in one is positively or negatively associated with a variation in the other. That is, when one goes up, does the other tend to go up or down? 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E.g. Price and quantity demanded, income and consumption, money supply and inflation.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Like the variance, the co-variance is calculated using the differences of each observation from the mean.</a:t>
            </a:r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21695779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7AAC5-8A2A-E914-C3B7-C64BA877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E59A-E1DE-8DCD-DD59-97B0BBF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The covariance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ADFA703-8BA8-BA40-B662-6333E0531E9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noProof="0" dirty="0"/>
                  <a:t>The Co-variance of X and Y, </a:t>
                </a:r>
                <a:r>
                  <a:rPr lang="en-GB" sz="2400" dirty="0"/>
                  <a:t>c</a:t>
                </a:r>
                <a:r>
                  <a:rPr lang="en-GB" sz="2400" noProof="0" dirty="0" err="1"/>
                  <a:t>ov</a:t>
                </a:r>
                <a:r>
                  <a:rPr lang="en-GB" sz="2400" noProof="0" dirty="0"/>
                  <a:t>(X,Y) is then the average of these products of differences from the mean. </a:t>
                </a:r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noProof="0" dirty="0"/>
                  <a:t>The significance of this is that, where X and Y are either both above their mean or both below their mean, we will get a positive value, indicating that the two are positively related; wherever one is above its mean and the other below, we will get a negative value, indicating a negative relationship.</a:t>
                </a:r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ADFA703-8BA8-BA40-B662-6333E0531E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  <a:blipFill>
                <a:blip r:embed="rId2"/>
                <a:stretch>
                  <a:fillRect l="-2476" t="-2051" r="-15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26924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C8033-2C96-CC75-E857-6D353B88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2D9F-7D62-CDB6-D2C5-3FA0E0F8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Covariance example 1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60CB90-9D9E-B93A-2D7B-BDA59C41A34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400" noProof="0" dirty="0"/>
              </a:p>
              <a:p>
                <a:pPr marL="0" lvl="0" indent="0">
                  <a:buNone/>
                </a:pPr>
                <a:r>
                  <a:rPr lang="en-GB" sz="2400" dirty="0"/>
                  <a:t>								</a:t>
                </a:r>
              </a:p>
              <a:p>
                <a:pPr marL="0" lvl="0" indent="0">
                  <a:buNone/>
                </a:pPr>
                <a:r>
                  <a:rPr lang="en-GB" sz="2400" noProof="0" dirty="0"/>
                  <a:t>						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GB" sz="2400" b="0" noProof="0" dirty="0"/>
              </a:p>
              <a:p>
                <a:pPr marL="0" lvl="0" indent="0">
                  <a:buNone/>
                </a:pPr>
                <a:r>
                  <a:rPr lang="en-GB" sz="2400" noProof="0" dirty="0"/>
                  <a:t>						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9+1+1+9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60CB90-9D9E-B93A-2D7B-BDA59C41A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  <a:blipFill>
                <a:blip r:embed="rId2"/>
                <a:stretch>
                  <a:fillRect b="-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408306C-5AE1-D443-3E90-DEC77F74FC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4579824"/>
                  </p:ext>
                </p:extLst>
              </p:nvPr>
            </p:nvGraphicFramePr>
            <p:xfrm>
              <a:off x="904738" y="2736735"/>
              <a:ext cx="4099312" cy="2800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4828">
                      <a:extLst>
                        <a:ext uri="{9D8B030D-6E8A-4147-A177-3AD203B41FA5}">
                          <a16:colId xmlns:a16="http://schemas.microsoft.com/office/drawing/2014/main" val="307004653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2785159934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156584676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32900529"/>
                        </a:ext>
                      </a:extLst>
                    </a:gridCol>
                  </a:tblGrid>
                  <a:tr h="8628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0" i="1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0" i="1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1141238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3540360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9119396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4249798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61172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408306C-5AE1-D443-3E90-DEC77F74FC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4579824"/>
                  </p:ext>
                </p:extLst>
              </p:nvPr>
            </p:nvGraphicFramePr>
            <p:xfrm>
              <a:off x="904738" y="2736735"/>
              <a:ext cx="4099312" cy="2800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4828">
                      <a:extLst>
                        <a:ext uri="{9D8B030D-6E8A-4147-A177-3AD203B41FA5}">
                          <a16:colId xmlns:a16="http://schemas.microsoft.com/office/drawing/2014/main" val="307004653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2785159934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156584676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32900529"/>
                        </a:ext>
                      </a:extLst>
                    </a:gridCol>
                  </a:tblGrid>
                  <a:tr h="8628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0" i="1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4930" r="-201775" b="-237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0" i="1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190" t="-4930" r="-2976" b="-2373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1141238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3540360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9119396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4249798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61172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809937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D362-B821-C714-3726-8372A993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861B-26A6-D927-CCC1-465BECF5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Covariance example 1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66130F-86EA-7B17-85A8-2B70EDD4F8D1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8064376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r>
                  <a:rPr lang="en-GB" sz="2400" dirty="0"/>
                  <a:t>																																																														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noProof="0" dirty="0"/>
                  <a:t>								</a:t>
                </a:r>
                <a:endParaRPr lang="en-GB" sz="240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66130F-86EA-7B17-85A8-2B70EDD4F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8064376" cy="475312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754ACA-FCBE-3CCC-7D54-9614259FD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357578"/>
              </p:ext>
            </p:extLst>
          </p:nvPr>
        </p:nvGraphicFramePr>
        <p:xfrm>
          <a:off x="900111" y="1556792"/>
          <a:ext cx="5976145" cy="7924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195229">
                  <a:extLst>
                    <a:ext uri="{9D8B030D-6E8A-4147-A177-3AD203B41FA5}">
                      <a16:colId xmlns:a16="http://schemas.microsoft.com/office/drawing/2014/main" val="812307113"/>
                    </a:ext>
                  </a:extLst>
                </a:gridCol>
                <a:gridCol w="1195229">
                  <a:extLst>
                    <a:ext uri="{9D8B030D-6E8A-4147-A177-3AD203B41FA5}">
                      <a16:colId xmlns:a16="http://schemas.microsoft.com/office/drawing/2014/main" val="355967924"/>
                    </a:ext>
                  </a:extLst>
                </a:gridCol>
                <a:gridCol w="1195229">
                  <a:extLst>
                    <a:ext uri="{9D8B030D-6E8A-4147-A177-3AD203B41FA5}">
                      <a16:colId xmlns:a16="http://schemas.microsoft.com/office/drawing/2014/main" val="1576391207"/>
                    </a:ext>
                  </a:extLst>
                </a:gridCol>
                <a:gridCol w="1195229">
                  <a:extLst>
                    <a:ext uri="{9D8B030D-6E8A-4147-A177-3AD203B41FA5}">
                      <a16:colId xmlns:a16="http://schemas.microsoft.com/office/drawing/2014/main" val="4186875686"/>
                    </a:ext>
                  </a:extLst>
                </a:gridCol>
                <a:gridCol w="1195229">
                  <a:extLst>
                    <a:ext uri="{9D8B030D-6E8A-4147-A177-3AD203B41FA5}">
                      <a16:colId xmlns:a16="http://schemas.microsoft.com/office/drawing/2014/main" val="2800579896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r>
                        <a:rPr lang="en-GB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84430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r>
                        <a:rPr lang="en-GB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36898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8EAF13F-46D6-FD12-A847-2524A9758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91" y="2666936"/>
            <a:ext cx="5992366" cy="360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6651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5A218-3E01-DD07-AD5F-1FAD5E54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B61A-884F-5AF3-855E-C51DDC46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Covariance example 2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7138DA4-8B45-046D-4610-09AE022088BC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400" noProof="0" dirty="0"/>
              </a:p>
              <a:p>
                <a:pPr marL="0" lvl="0" indent="0">
                  <a:buNone/>
                </a:pPr>
                <a:r>
                  <a:rPr lang="en-GB" sz="2400" dirty="0"/>
                  <a:t>								</a:t>
                </a:r>
              </a:p>
              <a:p>
                <a:pPr marL="0" lvl="0" indent="0">
                  <a:buNone/>
                </a:pPr>
                <a:r>
                  <a:rPr lang="en-GB" sz="2400" noProof="0" dirty="0"/>
                  <a:t>						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sz="2400" b="0" noProof="0" dirty="0"/>
              </a:p>
              <a:p>
                <a:pPr marL="0" lvl="0" indent="0">
                  <a:buNone/>
                </a:pPr>
                <a:r>
                  <a:rPr lang="en-GB" sz="2400" noProof="0" dirty="0"/>
                  <a:t>						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−8+0−2−3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=−3.25</m:t>
                      </m:r>
                    </m:oMath>
                  </m:oMathPara>
                </a14:m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7138DA4-8B45-046D-4610-09AE02208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  <a:blipFill>
                <a:blip r:embed="rId2"/>
                <a:stretch>
                  <a:fillRect b="-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AF1C6B8-37B4-1CBA-9835-6000360FED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2106720"/>
                  </p:ext>
                </p:extLst>
              </p:nvPr>
            </p:nvGraphicFramePr>
            <p:xfrm>
              <a:off x="904738" y="2736735"/>
              <a:ext cx="4099312" cy="2800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4828">
                      <a:extLst>
                        <a:ext uri="{9D8B030D-6E8A-4147-A177-3AD203B41FA5}">
                          <a16:colId xmlns:a16="http://schemas.microsoft.com/office/drawing/2014/main" val="307004653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2785159934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156584676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32900529"/>
                        </a:ext>
                      </a:extLst>
                    </a:gridCol>
                  </a:tblGrid>
                  <a:tr h="8628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0" i="1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0" i="1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1141238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3540360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9119396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4249798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61172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AF1C6B8-37B4-1CBA-9835-6000360FED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2106720"/>
                  </p:ext>
                </p:extLst>
              </p:nvPr>
            </p:nvGraphicFramePr>
            <p:xfrm>
              <a:off x="904738" y="2736735"/>
              <a:ext cx="4099312" cy="2800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4828">
                      <a:extLst>
                        <a:ext uri="{9D8B030D-6E8A-4147-A177-3AD203B41FA5}">
                          <a16:colId xmlns:a16="http://schemas.microsoft.com/office/drawing/2014/main" val="307004653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2785159934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156584676"/>
                        </a:ext>
                      </a:extLst>
                    </a:gridCol>
                    <a:gridCol w="1024828">
                      <a:extLst>
                        <a:ext uri="{9D8B030D-6E8A-4147-A177-3AD203B41FA5}">
                          <a16:colId xmlns:a16="http://schemas.microsoft.com/office/drawing/2014/main" val="32900529"/>
                        </a:ext>
                      </a:extLst>
                    </a:gridCol>
                  </a:tblGrid>
                  <a:tr h="8628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0" i="1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4930" r="-201775" b="-237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0" i="1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190" t="-4930" r="-2976" b="-2373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1141238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3540360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9119396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4249798"/>
                      </a:ext>
                    </a:extLst>
                  </a:tr>
                  <a:tr h="484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61172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08678275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8CC73-FCCC-E63D-7EB5-B411132D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4678-7042-39A7-4AFF-CDB628E0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Covariance example 2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76CF5F9-F4A1-39C9-87D8-104D594F9442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8243888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r>
                  <a:rPr lang="en-GB" sz="2400" dirty="0"/>
                  <a:t>																																																														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r>
                  <a:rPr lang="en-GB" sz="2400" b="0" dirty="0"/>
                  <a:t>										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−3.25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noProof="0" dirty="0"/>
                  <a:t>								</a:t>
                </a:r>
                <a:endParaRPr lang="en-GB" sz="240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76CF5F9-F4A1-39C9-87D8-104D594F94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8243888" cy="475312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DA0A86-F5A6-D210-846F-98906CADB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87533"/>
              </p:ext>
            </p:extLst>
          </p:nvPr>
        </p:nvGraphicFramePr>
        <p:xfrm>
          <a:off x="900111" y="1556792"/>
          <a:ext cx="5976145" cy="7924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195229">
                  <a:extLst>
                    <a:ext uri="{9D8B030D-6E8A-4147-A177-3AD203B41FA5}">
                      <a16:colId xmlns:a16="http://schemas.microsoft.com/office/drawing/2014/main" val="812307113"/>
                    </a:ext>
                  </a:extLst>
                </a:gridCol>
                <a:gridCol w="1195229">
                  <a:extLst>
                    <a:ext uri="{9D8B030D-6E8A-4147-A177-3AD203B41FA5}">
                      <a16:colId xmlns:a16="http://schemas.microsoft.com/office/drawing/2014/main" val="355967924"/>
                    </a:ext>
                  </a:extLst>
                </a:gridCol>
                <a:gridCol w="1195229">
                  <a:extLst>
                    <a:ext uri="{9D8B030D-6E8A-4147-A177-3AD203B41FA5}">
                      <a16:colId xmlns:a16="http://schemas.microsoft.com/office/drawing/2014/main" val="1576391207"/>
                    </a:ext>
                  </a:extLst>
                </a:gridCol>
                <a:gridCol w="1195229">
                  <a:extLst>
                    <a:ext uri="{9D8B030D-6E8A-4147-A177-3AD203B41FA5}">
                      <a16:colId xmlns:a16="http://schemas.microsoft.com/office/drawing/2014/main" val="4186875686"/>
                    </a:ext>
                  </a:extLst>
                </a:gridCol>
                <a:gridCol w="1195229">
                  <a:extLst>
                    <a:ext uri="{9D8B030D-6E8A-4147-A177-3AD203B41FA5}">
                      <a16:colId xmlns:a16="http://schemas.microsoft.com/office/drawing/2014/main" val="2800579896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r>
                        <a:rPr lang="en-GB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84430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r>
                        <a:rPr lang="en-GB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36898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CAC3705-7418-E377-AC07-124B8B63A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1" y="2569391"/>
            <a:ext cx="5991035" cy="360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68503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F760-3040-2E9A-E2B1-11E2822F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6F2E-5E95-2183-2A95-85600854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The covariance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EF27B2B-BD7E-9E00-4DD8-E41713F234B2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noProof="0" dirty="0"/>
                  <a:t>Compare with the formula for variance, where we took the average of squared differences from the mean for a single variable – here we take the average product of differences from the mean for two variables.</a:t>
                </a: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Note</a:t>
                </a:r>
                <a:r>
                  <a:rPr lang="en-GB" sz="2400" noProof="0" dirty="0"/>
                  <a:t>, </a:t>
                </a:r>
                <a14:m>
                  <m:oMath xmlns:m="http://schemas.openxmlformats.org/officeDocument/2006/math"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noProof="0" dirty="0"/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EF27B2B-BD7E-9E00-4DD8-E41713F23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  <a:blipFill>
                <a:blip r:embed="rId2"/>
                <a:stretch>
                  <a:fillRect l="-2476" t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435583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38C9-BF6B-CD6C-4CE2-94A87E25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D931C-51F3-42D2-DEAF-E06E0F85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The covariance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BD9B5A-5D4D-2215-10B2-F37CBD0BB61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noProof="0" dirty="0"/>
                  <a:t>Similarly like </a:t>
                </a:r>
                <a:r>
                  <a:rPr lang="en-GB" sz="2400" dirty="0"/>
                  <a:t>with variance, if we want to make inference on a population with the help of a sample, one needs to use the </a:t>
                </a:r>
                <a:r>
                  <a:rPr lang="en-GB" sz="2400" dirty="0">
                    <a:solidFill>
                      <a:srgbClr val="FF0000"/>
                    </a:solidFill>
                  </a:rPr>
                  <a:t>sample version </a:t>
                </a:r>
                <a:r>
                  <a:rPr lang="en-GB" sz="2400" dirty="0"/>
                  <a:t>of the covariance formula: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BD9B5A-5D4D-2215-10B2-F37CBD0BB6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  <a:blipFill>
                <a:blip r:embed="rId2"/>
                <a:stretch>
                  <a:fillRect l="-2476" t="-2051" r="-2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9216426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B435-56BF-C7F0-4CAD-0A98E229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3AFE-7ED8-7EAD-9AB4-C270A488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The correlation coefficient</a:t>
            </a:r>
            <a:br>
              <a:rPr lang="en-GB" altLang="en-US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1DB71-4BC2-B865-39A9-74C83F8942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753123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The co-variance is of some use, but the problem is that its size depends on the size of the numbers we’re dealing with for each variable – so if you measured the variables in different units, you’d get a different answer.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To obtain a measure of the relationship between the variables that does not depend on the absolute size of the numbers, and which we can therefore compare across datasets, we scale the co-variance according to the standard deviation of each variable.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This gives the Correlation Coefficient (precisely, the </a:t>
            </a:r>
            <a:r>
              <a:rPr lang="en-GB" sz="2400" dirty="0">
                <a:solidFill>
                  <a:srgbClr val="FF0000"/>
                </a:solidFill>
              </a:rPr>
              <a:t>Pearson Product Moment Correlation Coefficient</a:t>
            </a:r>
            <a:r>
              <a:rPr lang="en-GB" sz="2400" dirty="0"/>
              <a:t>), 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15030236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70B0C-FA17-349B-2FB4-F821947A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21436-82DF-DFE4-7715-979B84CF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The correlation coefficient</a:t>
            </a:r>
            <a:br>
              <a:rPr lang="en-GB" altLang="en-US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17A84B7-3FC4-6D0D-D86F-09CA47EE3DB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dirty="0">
                    <a:solidFill>
                      <a:srgbClr val="FF0000"/>
                    </a:solidFill>
                  </a:rPr>
                  <a:t>Pearson Correlation Coefficient:</a:t>
                </a:r>
              </a:p>
              <a:p>
                <a:pPr marL="0" lvl="0" indent="0">
                  <a:buNone/>
                </a:pPr>
                <a:endParaRPr lang="en-GB" sz="2400" dirty="0">
                  <a:solidFill>
                    <a:srgbClr val="FF0000"/>
                  </a:solidFill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𝑆𝑡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𝐷𝑒𝑣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𝑆𝑡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𝐷𝑒𝑣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4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sz="24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Note, </a:t>
                </a:r>
                <a:r>
                  <a:rPr lang="en-GB" sz="2400" i="1" dirty="0"/>
                  <a:t>N</a:t>
                </a:r>
                <a:r>
                  <a:rPr lang="en-GB" sz="2400" dirty="0"/>
                  <a:t> has been cancelled in the second row.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17A84B7-3FC4-6D0D-D86F-09CA47EE3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  <a:blipFill>
                <a:blip r:embed="rId2"/>
                <a:stretch>
                  <a:fillRect l="-2476" t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860354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22BD9-05E9-95A2-E8CC-251D40B1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AFA7-FC9D-061E-5011-BCCBEA3E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Properties of the correlation coefficient</a:t>
            </a:r>
            <a:br>
              <a:rPr lang="en-GB" altLang="en-US" dirty="0"/>
            </a:br>
            <a:br>
              <a:rPr lang="en-GB" altLang="en-US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64E37-8CB9-37AC-5EB0-102EFE9872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753123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The correlation coefficient always lies between -1 and +1.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 positive value of R indicates that the variables tend to move together; a negative value, that they tend to move in opposite directions.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The higher the absolute value of R, the closer the relationship.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If R=0, it means there is no (linear) relationship between the variables </a:t>
            </a:r>
          </a:p>
          <a:p>
            <a:pPr marL="0" lv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0632720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2AB4D-5068-D529-458D-F810DF60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C1E0-0626-0511-25A6-D0C62BF1E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altLang="en-US" dirty="0"/>
            </a:br>
            <a:br>
              <a:rPr lang="en-GB" altLang="en-US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248F5-E2B5-9BD5-2511-4ABE8E29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67" y="620688"/>
            <a:ext cx="7258282" cy="598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85456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C2B74-7C8F-ABC7-0C09-4D5661300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0603-329D-117D-585E-F53AC841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Correlation example 1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5D4FF18-489C-8D02-34AD-B9444950CD5A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8064376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r>
                  <a:rPr lang="en-GB" sz="2400" dirty="0"/>
                  <a:t>																																																													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									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𝑆𝑡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𝐷𝑒𝑣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=2.236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									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𝑆𝑡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𝐷𝑒𝑣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=2.236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					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cor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noProof="0" dirty="0"/>
                  <a:t>								</a:t>
                </a:r>
                <a:endParaRPr lang="en-GB" sz="240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5D4FF18-489C-8D02-34AD-B9444950C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8064376" cy="4753123"/>
              </a:xfrm>
              <a:blipFill>
                <a:blip r:embed="rId2"/>
                <a:stretch>
                  <a:fillRect r="-3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0B5823-A1A1-5C04-E726-6F5B77FD9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440789"/>
              </p:ext>
            </p:extLst>
          </p:nvPr>
        </p:nvGraphicFramePr>
        <p:xfrm>
          <a:off x="900111" y="1556792"/>
          <a:ext cx="5341090" cy="864096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068218">
                  <a:extLst>
                    <a:ext uri="{9D8B030D-6E8A-4147-A177-3AD203B41FA5}">
                      <a16:colId xmlns:a16="http://schemas.microsoft.com/office/drawing/2014/main" val="812307113"/>
                    </a:ext>
                  </a:extLst>
                </a:gridCol>
                <a:gridCol w="1068218">
                  <a:extLst>
                    <a:ext uri="{9D8B030D-6E8A-4147-A177-3AD203B41FA5}">
                      <a16:colId xmlns:a16="http://schemas.microsoft.com/office/drawing/2014/main" val="355967924"/>
                    </a:ext>
                  </a:extLst>
                </a:gridCol>
                <a:gridCol w="1068218">
                  <a:extLst>
                    <a:ext uri="{9D8B030D-6E8A-4147-A177-3AD203B41FA5}">
                      <a16:colId xmlns:a16="http://schemas.microsoft.com/office/drawing/2014/main" val="1576391207"/>
                    </a:ext>
                  </a:extLst>
                </a:gridCol>
                <a:gridCol w="1068218">
                  <a:extLst>
                    <a:ext uri="{9D8B030D-6E8A-4147-A177-3AD203B41FA5}">
                      <a16:colId xmlns:a16="http://schemas.microsoft.com/office/drawing/2014/main" val="4186875686"/>
                    </a:ext>
                  </a:extLst>
                </a:gridCol>
                <a:gridCol w="1068218">
                  <a:extLst>
                    <a:ext uri="{9D8B030D-6E8A-4147-A177-3AD203B41FA5}">
                      <a16:colId xmlns:a16="http://schemas.microsoft.com/office/drawing/2014/main" val="2800579896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en-GB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8443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en-GB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36898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D9D9673-FEFD-C030-BFC3-D9A5C6885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91" y="2666937"/>
            <a:ext cx="5341089" cy="321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46244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39EA-F2F6-D64A-4441-3B0E21BB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B0E6-0BEF-7029-2C33-84D0B467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Covariance example 2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4ACBD0-8BA0-F033-4ACB-5A7E1A76DD33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8243888" cy="4753123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r>
                  <a:rPr lang="en-GB" sz="2400" dirty="0"/>
                  <a:t>																																																													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=−3.25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									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𝑆𝑡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𝐷𝑒𝑣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=2.55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									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𝑆𝑡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𝐷𝑒𝑣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1.58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									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𝑐𝑜𝑟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=−0.806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noProof="0" dirty="0"/>
                  <a:t>								</a:t>
                </a:r>
                <a:endParaRPr lang="en-GB" sz="240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4ACBD0-8BA0-F033-4ACB-5A7E1A76D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8243888" cy="475312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E69E0A-BFBB-14D9-43B7-0013E37DD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573018"/>
              </p:ext>
            </p:extLst>
          </p:nvPr>
        </p:nvGraphicFramePr>
        <p:xfrm>
          <a:off x="900111" y="1556792"/>
          <a:ext cx="5383575" cy="7924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076715">
                  <a:extLst>
                    <a:ext uri="{9D8B030D-6E8A-4147-A177-3AD203B41FA5}">
                      <a16:colId xmlns:a16="http://schemas.microsoft.com/office/drawing/2014/main" val="812307113"/>
                    </a:ext>
                  </a:extLst>
                </a:gridCol>
                <a:gridCol w="1076715">
                  <a:extLst>
                    <a:ext uri="{9D8B030D-6E8A-4147-A177-3AD203B41FA5}">
                      <a16:colId xmlns:a16="http://schemas.microsoft.com/office/drawing/2014/main" val="355967924"/>
                    </a:ext>
                  </a:extLst>
                </a:gridCol>
                <a:gridCol w="1076715">
                  <a:extLst>
                    <a:ext uri="{9D8B030D-6E8A-4147-A177-3AD203B41FA5}">
                      <a16:colId xmlns:a16="http://schemas.microsoft.com/office/drawing/2014/main" val="1576391207"/>
                    </a:ext>
                  </a:extLst>
                </a:gridCol>
                <a:gridCol w="1076715">
                  <a:extLst>
                    <a:ext uri="{9D8B030D-6E8A-4147-A177-3AD203B41FA5}">
                      <a16:colId xmlns:a16="http://schemas.microsoft.com/office/drawing/2014/main" val="4186875686"/>
                    </a:ext>
                  </a:extLst>
                </a:gridCol>
                <a:gridCol w="1076715">
                  <a:extLst>
                    <a:ext uri="{9D8B030D-6E8A-4147-A177-3AD203B41FA5}">
                      <a16:colId xmlns:a16="http://schemas.microsoft.com/office/drawing/2014/main" val="2800579896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r>
                        <a:rPr lang="en-GB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84430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r>
                        <a:rPr lang="en-GB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36898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063C0B9-61FA-F877-0228-DECC8AA3C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1" y="2569391"/>
            <a:ext cx="5383575" cy="323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23428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63E7-29E4-7D4A-8E60-024B8D7C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A9EA7-6C45-FC1C-DB2B-7152C17E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Limitations of correlation analysis</a:t>
            </a:r>
            <a:br>
              <a:rPr lang="en-GB" altLang="en-US" dirty="0"/>
            </a:br>
            <a:br>
              <a:rPr lang="en-GB" altLang="en-US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4088F-1B7D-EDD5-85BA-AE52B0931B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753123"/>
          </a:xfrm>
        </p:spPr>
        <p:txBody>
          <a:bodyPr/>
          <a:lstStyle/>
          <a:p>
            <a:pPr marL="0" lv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CORRELATION DOES NOT IMPLY CAUSATION!</a:t>
            </a:r>
          </a:p>
          <a:p>
            <a:pPr marL="0" lvl="0" indent="0">
              <a:buNone/>
            </a:pPr>
            <a:r>
              <a:rPr lang="en-GB" sz="2400" dirty="0"/>
              <a:t>There can be many reasons why two variables A and B are statistically correlated: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 causes 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B causes 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Something else, C say, causes both A and 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Co-incidence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Problems with the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For example, a common occurrence in case 3 is where the variable C is time – that is, if both variables tend to increase or decrease over time, quite independently of each other. </a:t>
            </a:r>
          </a:p>
          <a:p>
            <a:pPr marL="0" lvl="0" indent="0">
              <a:buNone/>
            </a:pPr>
            <a:endParaRPr lang="en-GB" sz="24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59240468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CE13-887D-424D-9C90-08C9AE0E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noProof="0" dirty="0"/>
              <a:t>Next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BF03B-6FBE-4B0C-93A0-8DB46AC1ED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412776"/>
            <a:ext cx="6551612" cy="2880320"/>
          </a:xfrm>
        </p:spPr>
        <p:txBody>
          <a:bodyPr/>
          <a:lstStyle/>
          <a:p>
            <a:r>
              <a:rPr lang="en-GB" sz="2400" noProof="0" dirty="0"/>
              <a:t>Probability distributions</a:t>
            </a:r>
          </a:p>
          <a:p>
            <a:r>
              <a:rPr lang="en-GB" sz="2400" dirty="0"/>
              <a:t>Binomial distribution</a:t>
            </a:r>
          </a:p>
          <a:p>
            <a:r>
              <a:rPr lang="en-GB" sz="2400" noProof="0" dirty="0"/>
              <a:t>Normal distribution</a:t>
            </a:r>
          </a:p>
          <a:p>
            <a:r>
              <a:rPr lang="en-GB" sz="2400" dirty="0"/>
              <a:t>Z table</a:t>
            </a:r>
            <a:endParaRPr lang="en-GB" sz="2400" noProof="0" dirty="0"/>
          </a:p>
          <a:p>
            <a:pPr marL="9525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63191569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E Lilac standard" id="{B50C80D3-D9F5-4009-9938-F1B85FF744A3}" vid="{FD532FFD-1352-4344-A026-1EC031F17F7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89C2B03CC9B4B848357AD3FCA0F8D" ma:contentTypeVersion="13" ma:contentTypeDescription="Create a new document." ma:contentTypeScope="" ma:versionID="54b3e76089f828a04be55345f1a537e0">
  <xsd:schema xmlns:xsd="http://www.w3.org/2001/XMLSchema" xmlns:xs="http://www.w3.org/2001/XMLSchema" xmlns:p="http://schemas.microsoft.com/office/2006/metadata/properties" xmlns:ns3="0a63ec7c-6655-44e7-8cc1-d1896a7f84b6" xmlns:ns4="eaad8dcd-1243-433a-a0b1-5eb79d1ccaf5" targetNamespace="http://schemas.microsoft.com/office/2006/metadata/properties" ma:root="true" ma:fieldsID="7c7dfe77c3df860864662b3f0bb8129f" ns3:_="" ns4:_="">
    <xsd:import namespace="0a63ec7c-6655-44e7-8cc1-d1896a7f84b6"/>
    <xsd:import namespace="eaad8dcd-1243-433a-a0b1-5eb79d1cca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63ec7c-6655-44e7-8cc1-d1896a7f84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ad8dcd-1243-433a-a0b1-5eb79d1ccaf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D2D201-97C8-4E70-BF77-76D11DC8600F}">
  <ds:schemaRefs>
    <ds:schemaRef ds:uri="eaad8dcd-1243-433a-a0b1-5eb79d1ccaf5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a63ec7c-6655-44e7-8cc1-d1896a7f84b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FBBA11-57B2-41FF-8FE3-BA0941F71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63ec7c-6655-44e7-8cc1-d1896a7f84b6"/>
    <ds:schemaRef ds:uri="eaad8dcd-1243-433a-a0b1-5eb79d1cca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UWE Lilac standard</Template>
  <TotalTime>4470</TotalTime>
  <Words>1491</Words>
  <Application>Microsoft Office PowerPoint</Application>
  <PresentationFormat>On-screen Show (4:3)</PresentationFormat>
  <Paragraphs>235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 Math</vt:lpstr>
      <vt:lpstr>Courier New</vt:lpstr>
      <vt:lpstr>Georgia</vt:lpstr>
      <vt:lpstr>Tahoma</vt:lpstr>
      <vt:lpstr>Custom Design</vt:lpstr>
      <vt:lpstr>UMET9U-30-1- Professional Skills for Banking and Finance   Lecture 11</vt:lpstr>
      <vt:lpstr>Lecture content</vt:lpstr>
      <vt:lpstr>Correlation analysis  </vt:lpstr>
      <vt:lpstr>Correlation analysis  </vt:lpstr>
      <vt:lpstr>Graphical analysis - Example  </vt:lpstr>
      <vt:lpstr>Graphical correlation analysis  </vt:lpstr>
      <vt:lpstr>The covariance  </vt:lpstr>
      <vt:lpstr>The covariance  </vt:lpstr>
      <vt:lpstr>Covariance example 1  </vt:lpstr>
      <vt:lpstr>Covariance example 1  </vt:lpstr>
      <vt:lpstr>Covariance example 2  </vt:lpstr>
      <vt:lpstr>Covariance example 2  </vt:lpstr>
      <vt:lpstr>The covariance  </vt:lpstr>
      <vt:lpstr>The covariance  </vt:lpstr>
      <vt:lpstr>The correlation coefficient   </vt:lpstr>
      <vt:lpstr>The correlation coefficient   </vt:lpstr>
      <vt:lpstr>Properties of the correlation coefficient    </vt:lpstr>
      <vt:lpstr>    </vt:lpstr>
      <vt:lpstr>Correlation example 1  </vt:lpstr>
      <vt:lpstr>Covariance example 2  </vt:lpstr>
      <vt:lpstr>Limitations of correlation analysis    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UMED8M-15-2 - Introductory econometrics   Lecture 1</dc:title>
  <dc:creator>Reinhold Heinlein</dc:creator>
  <cp:lastModifiedBy>Reinhold Heinlein</cp:lastModifiedBy>
  <cp:revision>18</cp:revision>
  <cp:lastPrinted>2016-09-22T10:08:48Z</cp:lastPrinted>
  <dcterms:created xsi:type="dcterms:W3CDTF">2021-06-15T10:15:29Z</dcterms:created>
  <dcterms:modified xsi:type="dcterms:W3CDTF">2025-10-31T09:42:58Z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0x01010078489C2B03CC9B4B848357AD3FCA0F8D</vt:lpwstr>
  </property>
</Properties>
</file>