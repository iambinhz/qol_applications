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8" r:id="rId6"/>
    <p:sldId id="273" r:id="rId7"/>
    <p:sldId id="275" r:id="rId8"/>
    <p:sldId id="274" r:id="rId9"/>
    <p:sldId id="276" r:id="rId10"/>
    <p:sldId id="278" r:id="rId11"/>
    <p:sldId id="277" r:id="rId12"/>
    <p:sldId id="279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2" r:id="rId22"/>
    <p:sldId id="293" r:id="rId23"/>
    <p:sldId id="289" r:id="rId24"/>
    <p:sldId id="290" r:id="rId25"/>
    <p:sldId id="291" r:id="rId26"/>
    <p:sldId id="294" r:id="rId27"/>
    <p:sldId id="280" r:id="rId28"/>
    <p:sldId id="295" r:id="rId29"/>
    <p:sldId id="271" r:id="rId30"/>
  </p:sldIdLst>
  <p:sldSz cx="9144000" cy="6858000" type="screen4x3"/>
  <p:notesSz cx="9144000" cy="68580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30613"/>
    <a:srgbClr val="7A7392"/>
    <a:srgbClr val="16818D"/>
    <a:srgbClr val="1A9DAC"/>
    <a:srgbClr val="1C9DAC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86410"/>
  </p:normalViewPr>
  <p:slideViewPr>
    <p:cSldViewPr showGuides="1">
      <p:cViewPr varScale="1">
        <p:scale>
          <a:sx n="111" d="100"/>
          <a:sy n="111" d="100"/>
        </p:scale>
        <p:origin x="1482" y="9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19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hold Heinlein" userId="c5e5d61b-3817-4f51-a712-dcf8bfbff443" providerId="ADAL" clId="{49431ECB-42D2-48D6-9016-5889F3B84DB9}"/>
    <pc:docChg chg="modSld">
      <pc:chgData name="Reinhold Heinlein" userId="c5e5d61b-3817-4f51-a712-dcf8bfbff443" providerId="ADAL" clId="{49431ECB-42D2-48D6-9016-5889F3B84DB9}" dt="2025-10-30T10:17:06.404" v="7" actId="20577"/>
      <pc:docMkLst>
        <pc:docMk/>
      </pc:docMkLst>
      <pc:sldChg chg="modSp mod">
        <pc:chgData name="Reinhold Heinlein" userId="c5e5d61b-3817-4f51-a712-dcf8bfbff443" providerId="ADAL" clId="{49431ECB-42D2-48D6-9016-5889F3B84DB9}" dt="2025-10-30T10:17:06.404" v="7" actId="20577"/>
        <pc:sldMkLst>
          <pc:docMk/>
          <pc:sldMk cId="1363191569" sldId="271"/>
        </pc:sldMkLst>
        <pc:spChg chg="mod">
          <ac:chgData name="Reinhold Heinlein" userId="c5e5d61b-3817-4f51-a712-dcf8bfbff443" providerId="ADAL" clId="{49431ECB-42D2-48D6-9016-5889F3B84DB9}" dt="2025-10-30T10:17:06.404" v="7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modSp mod">
        <pc:chgData name="Reinhold Heinlein" userId="c5e5d61b-3817-4f51-a712-dcf8bfbff443" providerId="ADAL" clId="{49431ECB-42D2-48D6-9016-5889F3B84DB9}" dt="2025-10-30T10:16:09.618" v="0" actId="20577"/>
        <pc:sldMkLst>
          <pc:docMk/>
          <pc:sldMk cId="2962165619" sldId="280"/>
        </pc:sldMkLst>
        <pc:spChg chg="mod">
          <ac:chgData name="Reinhold Heinlein" userId="c5e5d61b-3817-4f51-a712-dcf8bfbff443" providerId="ADAL" clId="{49431ECB-42D2-48D6-9016-5889F3B84DB9}" dt="2025-10-30T10:16:09.618" v="0" actId="20577"/>
          <ac:spMkLst>
            <pc:docMk/>
            <pc:sldMk cId="2962165619" sldId="280"/>
            <ac:spMk id="3" creationId="{5EEA00EB-213B-0918-4448-646C82D614D7}"/>
          </ac:spMkLst>
        </pc:spChg>
      </pc:sldChg>
    </pc:docChg>
  </pc:docChgLst>
  <pc:docChgLst>
    <pc:chgData name="Reinhold Heinlein" userId="c5e5d61b-3817-4f51-a712-dcf8bfbff443" providerId="ADAL" clId="{2810CC7D-97AB-403A-9E02-C7CB57E724EA}"/>
    <pc:docChg chg="undo custSel addSld delSld modSld sldOrd">
      <pc:chgData name="Reinhold Heinlein" userId="c5e5d61b-3817-4f51-a712-dcf8bfbff443" providerId="ADAL" clId="{2810CC7D-97AB-403A-9E02-C7CB57E724EA}" dt="2025-06-17T10:16:47.023" v="4533" actId="20577"/>
      <pc:docMkLst>
        <pc:docMk/>
      </pc:docMkLst>
      <pc:sldChg chg="modSp mod">
        <pc:chgData name="Reinhold Heinlein" userId="c5e5d61b-3817-4f51-a712-dcf8bfbff443" providerId="ADAL" clId="{2810CC7D-97AB-403A-9E02-C7CB57E724EA}" dt="2025-06-16T11:16:07.543" v="10" actId="20577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2810CC7D-97AB-403A-9E02-C7CB57E724EA}" dt="2025-06-17T10:15:35.592" v="4524" actId="5793"/>
        <pc:sldMkLst>
          <pc:docMk/>
          <pc:sldMk cId="2884623810" sldId="258"/>
        </pc:sldMkLst>
      </pc:sldChg>
      <pc:sldChg chg="modSp mod">
        <pc:chgData name="Reinhold Heinlein" userId="c5e5d61b-3817-4f51-a712-dcf8bfbff443" providerId="ADAL" clId="{2810CC7D-97AB-403A-9E02-C7CB57E724EA}" dt="2025-06-16T13:52:24.790" v="1662" actId="20577"/>
        <pc:sldMkLst>
          <pc:docMk/>
          <pc:sldMk cId="1363191569" sldId="271"/>
        </pc:sldMkLst>
      </pc:sldChg>
      <pc:sldChg chg="delSp modSp mod">
        <pc:chgData name="Reinhold Heinlein" userId="c5e5d61b-3817-4f51-a712-dcf8bfbff443" providerId="ADAL" clId="{2810CC7D-97AB-403A-9E02-C7CB57E724EA}" dt="2025-06-16T13:04:11.179" v="762" actId="12"/>
        <pc:sldMkLst>
          <pc:docMk/>
          <pc:sldMk cId="3651346321" sldId="273"/>
        </pc:sldMkLst>
      </pc:sldChg>
      <pc:sldChg chg="del">
        <pc:chgData name="Reinhold Heinlein" userId="c5e5d61b-3817-4f51-a712-dcf8bfbff443" providerId="ADAL" clId="{2810CC7D-97AB-403A-9E02-C7CB57E724EA}" dt="2025-06-16T13:50:35.120" v="1484" actId="47"/>
        <pc:sldMkLst>
          <pc:docMk/>
          <pc:sldMk cId="3582738935" sldId="309"/>
        </pc:sldMkLst>
      </pc:sldChg>
      <pc:sldChg chg="del">
        <pc:chgData name="Reinhold Heinlein" userId="c5e5d61b-3817-4f51-a712-dcf8bfbff443" providerId="ADAL" clId="{2810CC7D-97AB-403A-9E02-C7CB57E724EA}" dt="2025-06-16T13:50:40.082" v="1485" actId="47"/>
        <pc:sldMkLst>
          <pc:docMk/>
          <pc:sldMk cId="768144150" sldId="310"/>
        </pc:sldMkLst>
      </pc:sldChg>
      <pc:sldChg chg="del">
        <pc:chgData name="Reinhold Heinlein" userId="c5e5d61b-3817-4f51-a712-dcf8bfbff443" providerId="ADAL" clId="{2810CC7D-97AB-403A-9E02-C7CB57E724EA}" dt="2025-06-16T13:50:41.385" v="1486" actId="47"/>
        <pc:sldMkLst>
          <pc:docMk/>
          <pc:sldMk cId="2227512410" sldId="311"/>
        </pc:sldMkLst>
      </pc:sldChg>
      <pc:sldChg chg="del">
        <pc:chgData name="Reinhold Heinlein" userId="c5e5d61b-3817-4f51-a712-dcf8bfbff443" providerId="ADAL" clId="{2810CC7D-97AB-403A-9E02-C7CB57E724EA}" dt="2025-06-16T13:50:42.472" v="1487" actId="47"/>
        <pc:sldMkLst>
          <pc:docMk/>
          <pc:sldMk cId="2178000082" sldId="312"/>
        </pc:sldMkLst>
      </pc:sldChg>
      <pc:sldChg chg="del">
        <pc:chgData name="Reinhold Heinlein" userId="c5e5d61b-3817-4f51-a712-dcf8bfbff443" providerId="ADAL" clId="{2810CC7D-97AB-403A-9E02-C7CB57E724EA}" dt="2025-06-16T13:50:43.112" v="1488" actId="47"/>
        <pc:sldMkLst>
          <pc:docMk/>
          <pc:sldMk cId="2189301383" sldId="313"/>
        </pc:sldMkLst>
      </pc:sldChg>
      <pc:sldChg chg="del">
        <pc:chgData name="Reinhold Heinlein" userId="c5e5d61b-3817-4f51-a712-dcf8bfbff443" providerId="ADAL" clId="{2810CC7D-97AB-403A-9E02-C7CB57E724EA}" dt="2025-06-16T13:50:43.569" v="1489" actId="47"/>
        <pc:sldMkLst>
          <pc:docMk/>
          <pc:sldMk cId="1690705445" sldId="314"/>
        </pc:sldMkLst>
      </pc:sldChg>
      <pc:sldChg chg="del">
        <pc:chgData name="Reinhold Heinlein" userId="c5e5d61b-3817-4f51-a712-dcf8bfbff443" providerId="ADAL" clId="{2810CC7D-97AB-403A-9E02-C7CB57E724EA}" dt="2025-06-16T13:50:44.131" v="1490" actId="47"/>
        <pc:sldMkLst>
          <pc:docMk/>
          <pc:sldMk cId="2274016647" sldId="315"/>
        </pc:sldMkLst>
      </pc:sldChg>
      <pc:sldChg chg="del">
        <pc:chgData name="Reinhold Heinlein" userId="c5e5d61b-3817-4f51-a712-dcf8bfbff443" providerId="ADAL" clId="{2810CC7D-97AB-403A-9E02-C7CB57E724EA}" dt="2025-06-16T13:50:44.654" v="1491" actId="47"/>
        <pc:sldMkLst>
          <pc:docMk/>
          <pc:sldMk cId="400477789" sldId="316"/>
        </pc:sldMkLst>
      </pc:sldChg>
      <pc:sldChg chg="del">
        <pc:chgData name="Reinhold Heinlein" userId="c5e5d61b-3817-4f51-a712-dcf8bfbff443" providerId="ADAL" clId="{2810CC7D-97AB-403A-9E02-C7CB57E724EA}" dt="2025-06-16T13:50:45.111" v="1492" actId="47"/>
        <pc:sldMkLst>
          <pc:docMk/>
          <pc:sldMk cId="3556403888" sldId="317"/>
        </pc:sldMkLst>
      </pc:sldChg>
      <pc:sldChg chg="del">
        <pc:chgData name="Reinhold Heinlein" userId="c5e5d61b-3817-4f51-a712-dcf8bfbff443" providerId="ADAL" clId="{2810CC7D-97AB-403A-9E02-C7CB57E724EA}" dt="2025-06-16T13:50:45.742" v="1493" actId="47"/>
        <pc:sldMkLst>
          <pc:docMk/>
          <pc:sldMk cId="104194985" sldId="318"/>
        </pc:sldMkLst>
      </pc:sldChg>
      <pc:sldChg chg="del">
        <pc:chgData name="Reinhold Heinlein" userId="c5e5d61b-3817-4f51-a712-dcf8bfbff443" providerId="ADAL" clId="{2810CC7D-97AB-403A-9E02-C7CB57E724EA}" dt="2025-06-16T13:50:46.465" v="1494" actId="47"/>
        <pc:sldMkLst>
          <pc:docMk/>
          <pc:sldMk cId="1571714124" sldId="319"/>
        </pc:sldMkLst>
      </pc:sldChg>
      <pc:sldChg chg="del">
        <pc:chgData name="Reinhold Heinlein" userId="c5e5d61b-3817-4f51-a712-dcf8bfbff443" providerId="ADAL" clId="{2810CC7D-97AB-403A-9E02-C7CB57E724EA}" dt="2025-06-16T13:50:46.942" v="1495" actId="47"/>
        <pc:sldMkLst>
          <pc:docMk/>
          <pc:sldMk cId="996790948" sldId="320"/>
        </pc:sldMkLst>
      </pc:sldChg>
      <pc:sldChg chg="del">
        <pc:chgData name="Reinhold Heinlein" userId="c5e5d61b-3817-4f51-a712-dcf8bfbff443" providerId="ADAL" clId="{2810CC7D-97AB-403A-9E02-C7CB57E724EA}" dt="2025-06-16T13:50:47.496" v="1496" actId="47"/>
        <pc:sldMkLst>
          <pc:docMk/>
          <pc:sldMk cId="1352107890" sldId="321"/>
        </pc:sldMkLst>
      </pc:sldChg>
      <pc:sldChg chg="del">
        <pc:chgData name="Reinhold Heinlein" userId="c5e5d61b-3817-4f51-a712-dcf8bfbff443" providerId="ADAL" clId="{2810CC7D-97AB-403A-9E02-C7CB57E724EA}" dt="2025-06-16T13:50:48.086" v="1497" actId="47"/>
        <pc:sldMkLst>
          <pc:docMk/>
          <pc:sldMk cId="3806560627" sldId="322"/>
        </pc:sldMkLst>
      </pc:sldChg>
      <pc:sldChg chg="del">
        <pc:chgData name="Reinhold Heinlein" userId="c5e5d61b-3817-4f51-a712-dcf8bfbff443" providerId="ADAL" clId="{2810CC7D-97AB-403A-9E02-C7CB57E724EA}" dt="2025-06-16T13:50:49.423" v="1498" actId="47"/>
        <pc:sldMkLst>
          <pc:docMk/>
          <pc:sldMk cId="496113356" sldId="323"/>
        </pc:sldMkLst>
      </pc:sldChg>
      <pc:sldChg chg="modSp add mod">
        <pc:chgData name="Reinhold Heinlein" userId="c5e5d61b-3817-4f51-a712-dcf8bfbff443" providerId="ADAL" clId="{2810CC7D-97AB-403A-9E02-C7CB57E724EA}" dt="2025-06-16T13:30:22.548" v="1170" actId="20577"/>
        <pc:sldMkLst>
          <pc:docMk/>
          <pc:sldMk cId="501659311" sldId="324"/>
        </pc:sldMkLst>
      </pc:sldChg>
      <pc:sldChg chg="modSp add mod">
        <pc:chgData name="Reinhold Heinlein" userId="c5e5d61b-3817-4f51-a712-dcf8bfbff443" providerId="ADAL" clId="{2810CC7D-97AB-403A-9E02-C7CB57E724EA}" dt="2025-06-16T14:11:13.624" v="1684" actId="20577"/>
        <pc:sldMkLst>
          <pc:docMk/>
          <pc:sldMk cId="1900873510" sldId="325"/>
        </pc:sldMkLst>
      </pc:sldChg>
      <pc:sldChg chg="modSp add mod">
        <pc:chgData name="Reinhold Heinlein" userId="c5e5d61b-3817-4f51-a712-dcf8bfbff443" providerId="ADAL" clId="{2810CC7D-97AB-403A-9E02-C7CB57E724EA}" dt="2025-06-17T07:39:50.364" v="2036" actId="20577"/>
        <pc:sldMkLst>
          <pc:docMk/>
          <pc:sldMk cId="2719714842" sldId="326"/>
        </pc:sldMkLst>
      </pc:sldChg>
      <pc:sldChg chg="addSp delSp modSp add mod">
        <pc:chgData name="Reinhold Heinlein" userId="c5e5d61b-3817-4f51-a712-dcf8bfbff443" providerId="ADAL" clId="{2810CC7D-97AB-403A-9E02-C7CB57E724EA}" dt="2025-06-17T07:46:39.310" v="2372" actId="20577"/>
        <pc:sldMkLst>
          <pc:docMk/>
          <pc:sldMk cId="2756305870" sldId="327"/>
        </pc:sldMkLst>
      </pc:sldChg>
      <pc:sldChg chg="modSp add mod ord">
        <pc:chgData name="Reinhold Heinlein" userId="c5e5d61b-3817-4f51-a712-dcf8bfbff443" providerId="ADAL" clId="{2810CC7D-97AB-403A-9E02-C7CB57E724EA}" dt="2025-06-17T10:16:47.023" v="4533" actId="20577"/>
        <pc:sldMkLst>
          <pc:docMk/>
          <pc:sldMk cId="1377623855" sldId="328"/>
        </pc:sldMkLst>
      </pc:sldChg>
      <pc:sldChg chg="modSp add mod">
        <pc:chgData name="Reinhold Heinlein" userId="c5e5d61b-3817-4f51-a712-dcf8bfbff443" providerId="ADAL" clId="{2810CC7D-97AB-403A-9E02-C7CB57E724EA}" dt="2025-06-17T08:12:00.768" v="3031" actId="20577"/>
        <pc:sldMkLst>
          <pc:docMk/>
          <pc:sldMk cId="4054621891" sldId="329"/>
        </pc:sldMkLst>
      </pc:sldChg>
      <pc:sldChg chg="modSp add mod">
        <pc:chgData name="Reinhold Heinlein" userId="c5e5d61b-3817-4f51-a712-dcf8bfbff443" providerId="ADAL" clId="{2810CC7D-97AB-403A-9E02-C7CB57E724EA}" dt="2025-06-17T08:40:19.865" v="3293" actId="113"/>
        <pc:sldMkLst>
          <pc:docMk/>
          <pc:sldMk cId="964645156" sldId="330"/>
        </pc:sldMkLst>
      </pc:sldChg>
      <pc:sldChg chg="modSp add mod">
        <pc:chgData name="Reinhold Heinlein" userId="c5e5d61b-3817-4f51-a712-dcf8bfbff443" providerId="ADAL" clId="{2810CC7D-97AB-403A-9E02-C7CB57E724EA}" dt="2025-06-17T08:48:42.277" v="3430" actId="20577"/>
        <pc:sldMkLst>
          <pc:docMk/>
          <pc:sldMk cId="2936980827" sldId="331"/>
        </pc:sldMkLst>
      </pc:sldChg>
      <pc:sldChg chg="modSp add mod">
        <pc:chgData name="Reinhold Heinlein" userId="c5e5d61b-3817-4f51-a712-dcf8bfbff443" providerId="ADAL" clId="{2810CC7D-97AB-403A-9E02-C7CB57E724EA}" dt="2025-06-17T08:56:25.219" v="3499" actId="255"/>
        <pc:sldMkLst>
          <pc:docMk/>
          <pc:sldMk cId="3552782920" sldId="332"/>
        </pc:sldMkLst>
      </pc:sldChg>
      <pc:sldChg chg="modSp add mod">
        <pc:chgData name="Reinhold Heinlein" userId="c5e5d61b-3817-4f51-a712-dcf8bfbff443" providerId="ADAL" clId="{2810CC7D-97AB-403A-9E02-C7CB57E724EA}" dt="2025-06-17T09:01:24.436" v="3560" actId="20577"/>
        <pc:sldMkLst>
          <pc:docMk/>
          <pc:sldMk cId="905114315" sldId="333"/>
        </pc:sldMkLst>
      </pc:sldChg>
      <pc:sldChg chg="modSp add mod">
        <pc:chgData name="Reinhold Heinlein" userId="c5e5d61b-3817-4f51-a712-dcf8bfbff443" providerId="ADAL" clId="{2810CC7D-97AB-403A-9E02-C7CB57E724EA}" dt="2025-06-17T09:10:01.450" v="3643" actId="5793"/>
        <pc:sldMkLst>
          <pc:docMk/>
          <pc:sldMk cId="2853713050" sldId="334"/>
        </pc:sldMkLst>
      </pc:sldChg>
      <pc:sldChg chg="addSp modSp add mod">
        <pc:chgData name="Reinhold Heinlein" userId="c5e5d61b-3817-4f51-a712-dcf8bfbff443" providerId="ADAL" clId="{2810CC7D-97AB-403A-9E02-C7CB57E724EA}" dt="2025-06-17T09:35:24.259" v="3967" actId="20577"/>
        <pc:sldMkLst>
          <pc:docMk/>
          <pc:sldMk cId="1191206472" sldId="335"/>
        </pc:sldMkLst>
      </pc:sldChg>
      <pc:sldChg chg="delSp modSp add mod ord">
        <pc:chgData name="Reinhold Heinlein" userId="c5e5d61b-3817-4f51-a712-dcf8bfbff443" providerId="ADAL" clId="{2810CC7D-97AB-403A-9E02-C7CB57E724EA}" dt="2025-06-17T10:14:46.582" v="4507"/>
        <pc:sldMkLst>
          <pc:docMk/>
          <pc:sldMk cId="318181740" sldId="336"/>
        </pc:sldMkLst>
      </pc:sldChg>
      <pc:sldChg chg="addSp modSp add mod">
        <pc:chgData name="Reinhold Heinlein" userId="c5e5d61b-3817-4f51-a712-dcf8bfbff443" providerId="ADAL" clId="{2810CC7D-97AB-403A-9E02-C7CB57E724EA}" dt="2025-06-17T10:08:48.836" v="4505" actId="1076"/>
        <pc:sldMkLst>
          <pc:docMk/>
          <pc:sldMk cId="173588279" sldId="337"/>
        </pc:sldMkLst>
      </pc:sldChg>
    </pc:docChg>
  </pc:docChgLst>
  <pc:docChgLst>
    <pc:chgData name="Reinhold Heinlein" userId="c5e5d61b-3817-4f51-a712-dcf8bfbff443" providerId="ADAL" clId="{C27A3625-E014-4D5F-A28E-99A7A6219024}"/>
    <pc:docChg chg="undo custSel addSld delSld modSld sldOrd delMainMaster">
      <pc:chgData name="Reinhold Heinlein" userId="c5e5d61b-3817-4f51-a712-dcf8bfbff443" providerId="ADAL" clId="{C27A3625-E014-4D5F-A28E-99A7A6219024}" dt="2025-06-24T08:01:10.167" v="2728" actId="20577"/>
      <pc:docMkLst>
        <pc:docMk/>
      </pc:docMkLst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84623810" sldId="258"/>
        </pc:sldMkLst>
      </pc:sldChg>
      <pc:sldChg chg="modSp add del mod">
        <pc:chgData name="Reinhold Heinlein" userId="c5e5d61b-3817-4f51-a712-dcf8bfbff443" providerId="ADAL" clId="{C27A3625-E014-4D5F-A28E-99A7A6219024}" dt="2025-06-24T08:01:10.167" v="2728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51346321" sldId="273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711634836" sldId="274"/>
        </pc:sldMkLst>
      </pc:sldChg>
      <pc:sldChg chg="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18535768" sldId="275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46794973" sldId="276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39651426" sldId="277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99668861" sldId="278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66107885" sldId="279"/>
        </pc:sldMkLst>
      </pc:sldChg>
      <pc:sldChg chg="modSp add mod">
        <pc:chgData name="Reinhold Heinlein" userId="c5e5d61b-3817-4f51-a712-dcf8bfbff443" providerId="ADAL" clId="{C27A3625-E014-4D5F-A28E-99A7A6219024}" dt="2025-06-24T07:59:12.118" v="2687" actId="207"/>
        <pc:sldMkLst>
          <pc:docMk/>
          <pc:sldMk cId="2962165619" sldId="280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564948171" sldId="281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2939026" sldId="282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24022998" sldId="283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322507558" sldId="284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48410374" sldId="285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140879207" sldId="286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660752015" sldId="287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981878702" sldId="288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1396803276" sldId="289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129998017" sldId="290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200951254" sldId="291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82478349" sldId="292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921984589" sldId="293"/>
        </pc:sldMkLst>
      </pc:sldChg>
      <pc:sldChg chg="del">
        <pc:chgData name="Reinhold Heinlein" userId="c5e5d61b-3817-4f51-a712-dcf8bfbff443" providerId="ADAL" clId="{C27A3625-E014-4D5F-A28E-99A7A6219024}" dt="2025-06-23T11:31:16.793" v="94" actId="47"/>
        <pc:sldMkLst>
          <pc:docMk/>
          <pc:sldMk cId="677322704" sldId="294"/>
        </pc:sldMkLst>
      </pc:sldChg>
      <pc:sldChg chg="addSp delSp modSp add mod">
        <pc:chgData name="Reinhold Heinlein" userId="c5e5d61b-3817-4f51-a712-dcf8bfbff443" providerId="ADAL" clId="{C27A3625-E014-4D5F-A28E-99A7A6219024}" dt="2025-06-24T07:59:36.486" v="2696" actId="20577"/>
        <pc:sldMkLst>
          <pc:docMk/>
          <pc:sldMk cId="1896460289" sldId="294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69851066" sldId="295"/>
        </pc:sldMkLst>
      </pc:sldChg>
      <pc:sldChg chg="del">
        <pc:chgData name="Reinhold Heinlein" userId="c5e5d61b-3817-4f51-a712-dcf8bfbff443" providerId="ADAL" clId="{C27A3625-E014-4D5F-A28E-99A7A6219024}" dt="2025-06-23T11:31:38.162" v="101" actId="47"/>
        <pc:sldMkLst>
          <pc:docMk/>
          <pc:sldMk cId="2688594072" sldId="338"/>
        </pc:sldMkLst>
      </pc:sldChg>
      <pc:sldChg chg="del">
        <pc:chgData name="Reinhold Heinlein" userId="c5e5d61b-3817-4f51-a712-dcf8bfbff443" providerId="ADAL" clId="{C27A3625-E014-4D5F-A28E-99A7A6219024}" dt="2025-06-23T11:31:40.647" v="102" actId="47"/>
        <pc:sldMkLst>
          <pc:docMk/>
          <pc:sldMk cId="3960014978" sldId="339"/>
        </pc:sldMkLst>
      </pc:sldChg>
      <pc:sldChg chg="del">
        <pc:chgData name="Reinhold Heinlein" userId="c5e5d61b-3817-4f51-a712-dcf8bfbff443" providerId="ADAL" clId="{C27A3625-E014-4D5F-A28E-99A7A6219024}" dt="2025-06-23T11:31:29.706" v="98" actId="47"/>
        <pc:sldMkLst>
          <pc:docMk/>
          <pc:sldMk cId="540285682" sldId="340"/>
        </pc:sldMkLst>
      </pc:sldChg>
      <pc:sldChg chg="del">
        <pc:chgData name="Reinhold Heinlein" userId="c5e5d61b-3817-4f51-a712-dcf8bfbff443" providerId="ADAL" clId="{C27A3625-E014-4D5F-A28E-99A7A6219024}" dt="2025-06-23T11:31:32.030" v="99" actId="47"/>
        <pc:sldMkLst>
          <pc:docMk/>
          <pc:sldMk cId="2478688360" sldId="341"/>
        </pc:sldMkLst>
      </pc:sldChg>
      <pc:sldChg chg="del">
        <pc:chgData name="Reinhold Heinlein" userId="c5e5d61b-3817-4f51-a712-dcf8bfbff443" providerId="ADAL" clId="{C27A3625-E014-4D5F-A28E-99A7A6219024}" dt="2025-06-23T11:31:34.022" v="100" actId="47"/>
        <pc:sldMkLst>
          <pc:docMk/>
          <pc:sldMk cId="3601434426" sldId="342"/>
        </pc:sldMkLst>
      </pc:sldChg>
      <pc:sldChg chg="del">
        <pc:chgData name="Reinhold Heinlein" userId="c5e5d61b-3817-4f51-a712-dcf8bfbff443" providerId="ADAL" clId="{C27A3625-E014-4D5F-A28E-99A7A6219024}" dt="2025-06-23T11:31:24.745" v="97" actId="47"/>
        <pc:sldMkLst>
          <pc:docMk/>
          <pc:sldMk cId="2380973110" sldId="343"/>
        </pc:sldMkLst>
      </pc:sldChg>
      <pc:sldChg chg="del">
        <pc:chgData name="Reinhold Heinlein" userId="c5e5d61b-3817-4f51-a712-dcf8bfbff443" providerId="ADAL" clId="{C27A3625-E014-4D5F-A28E-99A7A6219024}" dt="2025-06-23T11:31:47.131" v="103" actId="47"/>
        <pc:sldMkLst>
          <pc:docMk/>
          <pc:sldMk cId="3079878753" sldId="344"/>
        </pc:sldMkLst>
      </pc:sldChg>
      <pc:sldChg chg="del">
        <pc:chgData name="Reinhold Heinlein" userId="c5e5d61b-3817-4f51-a712-dcf8bfbff443" providerId="ADAL" clId="{C27A3625-E014-4D5F-A28E-99A7A6219024}" dt="2025-06-23T11:31:50.287" v="104" actId="47"/>
        <pc:sldMkLst>
          <pc:docMk/>
          <pc:sldMk cId="853613291" sldId="345"/>
        </pc:sldMkLst>
      </pc:sldChg>
      <pc:sldChg chg="del">
        <pc:chgData name="Reinhold Heinlein" userId="c5e5d61b-3817-4f51-a712-dcf8bfbff443" providerId="ADAL" clId="{C27A3625-E014-4D5F-A28E-99A7A6219024}" dt="2025-06-23T11:31:15.784" v="93" actId="47"/>
        <pc:sldMkLst>
          <pc:docMk/>
          <pc:sldMk cId="685152697" sldId="346"/>
        </pc:sldMkLst>
      </pc:sldChg>
      <pc:sldChg chg="del">
        <pc:chgData name="Reinhold Heinlein" userId="c5e5d61b-3817-4f51-a712-dcf8bfbff443" providerId="ADAL" clId="{C27A3625-E014-4D5F-A28E-99A7A6219024}" dt="2025-06-23T11:31:14.918" v="92" actId="47"/>
        <pc:sldMkLst>
          <pc:docMk/>
          <pc:sldMk cId="335956104" sldId="347"/>
        </pc:sldMkLst>
      </pc:sldChg>
      <pc:sldChg chg="del">
        <pc:chgData name="Reinhold Heinlein" userId="c5e5d61b-3817-4f51-a712-dcf8bfbff443" providerId="ADAL" clId="{C27A3625-E014-4D5F-A28E-99A7A6219024}" dt="2025-06-23T11:31:09.914" v="90" actId="47"/>
        <pc:sldMkLst>
          <pc:docMk/>
          <pc:sldMk cId="3756765807" sldId="348"/>
        </pc:sldMkLst>
      </pc:sldChg>
      <pc:sldChg chg="del">
        <pc:chgData name="Reinhold Heinlein" userId="c5e5d61b-3817-4f51-a712-dcf8bfbff443" providerId="ADAL" clId="{C27A3625-E014-4D5F-A28E-99A7A6219024}" dt="2025-06-23T11:31:10.930" v="91" actId="47"/>
        <pc:sldMkLst>
          <pc:docMk/>
          <pc:sldMk cId="3277624640" sldId="349"/>
        </pc:sldMkLst>
      </pc:sldChg>
      <pc:sldChg chg="del">
        <pc:chgData name="Reinhold Heinlein" userId="c5e5d61b-3817-4f51-a712-dcf8bfbff443" providerId="ADAL" clId="{C27A3625-E014-4D5F-A28E-99A7A6219024}" dt="2025-06-23T11:31:00.418" v="87" actId="47"/>
        <pc:sldMkLst>
          <pc:docMk/>
          <pc:sldMk cId="1367380946" sldId="350"/>
        </pc:sldMkLst>
      </pc:sldChg>
      <pc:sldMasterChg chg="del delSldLayout">
        <pc:chgData name="Reinhold Heinlein" userId="c5e5d61b-3817-4f51-a712-dcf8bfbff443" providerId="ADAL" clId="{C27A3625-E014-4D5F-A28E-99A7A6219024}" dt="2025-06-23T11:31:16.793" v="94" actId="47"/>
        <pc:sldMasterMkLst>
          <pc:docMk/>
          <pc:sldMasterMk cId="341449476" sldId="2147483976"/>
        </pc:sldMasterMkLst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4249324711" sldId="214748397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055159816" sldId="214748397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918792780" sldId="214748397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11613718" sldId="2147483980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500397348" sldId="2147483981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59980995" sldId="2147483982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664001492" sldId="2147483983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963401624" sldId="2147483984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683404402" sldId="2147483985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878096228" sldId="2147483986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02291087" sldId="214748398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2821685059" sldId="214748398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58576439" sldId="214748398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399615867" sldId="2147483990"/>
          </pc:sldLayoutMkLst>
        </pc:sldLayoutChg>
      </pc:sldMasterChg>
    </pc:docChg>
  </pc:docChgLst>
  <pc:docChgLst>
    <pc:chgData name="Reinhold Heinlein" userId="c5e5d61b-3817-4f51-a712-dcf8bfbff443" providerId="ADAL" clId="{D4444DDF-B0C2-4F26-9687-8AE96CD12419}"/>
    <pc:docChg chg="undo redo custSel addSld delSld modSld sldOrd">
      <pc:chgData name="Reinhold Heinlein" userId="c5e5d61b-3817-4f51-a712-dcf8bfbff443" providerId="ADAL" clId="{D4444DDF-B0C2-4F26-9687-8AE96CD12419}" dt="2025-06-19T09:23:28.846" v="3071" actId="20577"/>
      <pc:docMkLst>
        <pc:docMk/>
      </pc:docMkLst>
      <pc:sldChg chg="modSp mod">
        <pc:chgData name="Reinhold Heinlein" userId="c5e5d61b-3817-4f51-a712-dcf8bfbff443" providerId="ADAL" clId="{D4444DDF-B0C2-4F26-9687-8AE96CD12419}" dt="2025-06-18T08:21:49.507" v="1" actId="20577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D4444DDF-B0C2-4F26-9687-8AE96CD12419}" dt="2025-06-18T08:22:37.126" v="5" actId="20577"/>
        <pc:sldMkLst>
          <pc:docMk/>
          <pc:sldMk cId="2884623810" sldId="258"/>
        </pc:sldMkLst>
      </pc:sldChg>
      <pc:sldChg chg="modSp mod">
        <pc:chgData name="Reinhold Heinlein" userId="c5e5d61b-3817-4f51-a712-dcf8bfbff443" providerId="ADAL" clId="{D4444DDF-B0C2-4F26-9687-8AE96CD12419}" dt="2025-06-18T08:58:45.803" v="440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D4444DDF-B0C2-4F26-9687-8AE96CD12419}" dt="2025-06-18T13:24:24.838" v="3062" actId="20577"/>
        <pc:sldMkLst>
          <pc:docMk/>
          <pc:sldMk cId="3651346321" sldId="273"/>
        </pc:sldMkLst>
      </pc:sldChg>
      <pc:sldChg chg="modSp add mod">
        <pc:chgData name="Reinhold Heinlein" userId="c5e5d61b-3817-4f51-a712-dcf8bfbff443" providerId="ADAL" clId="{D4444DDF-B0C2-4F26-9687-8AE96CD12419}" dt="2025-06-18T11:08:33.988" v="2362" actId="14100"/>
        <pc:sldMkLst>
          <pc:docMk/>
          <pc:sldMk cId="677322704" sldId="294"/>
        </pc:sldMkLst>
      </pc:sldChg>
      <pc:sldChg chg="del">
        <pc:chgData name="Reinhold Heinlein" userId="c5e5d61b-3817-4f51-a712-dcf8bfbff443" providerId="ADAL" clId="{D4444DDF-B0C2-4F26-9687-8AE96CD12419}" dt="2025-06-18T08:56:10.483" v="297" actId="47"/>
        <pc:sldMkLst>
          <pc:docMk/>
          <pc:sldMk cId="501659311" sldId="324"/>
        </pc:sldMkLst>
      </pc:sldChg>
      <pc:sldChg chg="del">
        <pc:chgData name="Reinhold Heinlein" userId="c5e5d61b-3817-4f51-a712-dcf8bfbff443" providerId="ADAL" clId="{D4444DDF-B0C2-4F26-9687-8AE96CD12419}" dt="2025-06-18T08:55:55.417" v="284" actId="47"/>
        <pc:sldMkLst>
          <pc:docMk/>
          <pc:sldMk cId="1900873510" sldId="325"/>
        </pc:sldMkLst>
      </pc:sldChg>
      <pc:sldChg chg="del">
        <pc:chgData name="Reinhold Heinlein" userId="c5e5d61b-3817-4f51-a712-dcf8bfbff443" providerId="ADAL" clId="{D4444DDF-B0C2-4F26-9687-8AE96CD12419}" dt="2025-06-18T08:55:58.876" v="285" actId="47"/>
        <pc:sldMkLst>
          <pc:docMk/>
          <pc:sldMk cId="2719714842" sldId="326"/>
        </pc:sldMkLst>
      </pc:sldChg>
      <pc:sldChg chg="del">
        <pc:chgData name="Reinhold Heinlein" userId="c5e5d61b-3817-4f51-a712-dcf8bfbff443" providerId="ADAL" clId="{D4444DDF-B0C2-4F26-9687-8AE96CD12419}" dt="2025-06-18T08:55:59.482" v="286" actId="47"/>
        <pc:sldMkLst>
          <pc:docMk/>
          <pc:sldMk cId="2756305870" sldId="327"/>
        </pc:sldMkLst>
      </pc:sldChg>
      <pc:sldChg chg="del">
        <pc:chgData name="Reinhold Heinlein" userId="c5e5d61b-3817-4f51-a712-dcf8bfbff443" providerId="ADAL" clId="{D4444DDF-B0C2-4F26-9687-8AE96CD12419}" dt="2025-06-18T08:56:00.131" v="287" actId="47"/>
        <pc:sldMkLst>
          <pc:docMk/>
          <pc:sldMk cId="1377623855" sldId="328"/>
        </pc:sldMkLst>
      </pc:sldChg>
      <pc:sldChg chg="del">
        <pc:chgData name="Reinhold Heinlein" userId="c5e5d61b-3817-4f51-a712-dcf8bfbff443" providerId="ADAL" clId="{D4444DDF-B0C2-4F26-9687-8AE96CD12419}" dt="2025-06-18T08:56:00.712" v="288" actId="47"/>
        <pc:sldMkLst>
          <pc:docMk/>
          <pc:sldMk cId="4054621891" sldId="329"/>
        </pc:sldMkLst>
      </pc:sldChg>
      <pc:sldChg chg="del">
        <pc:chgData name="Reinhold Heinlein" userId="c5e5d61b-3817-4f51-a712-dcf8bfbff443" providerId="ADAL" clId="{D4444DDF-B0C2-4F26-9687-8AE96CD12419}" dt="2025-06-18T08:56:01.979" v="289" actId="47"/>
        <pc:sldMkLst>
          <pc:docMk/>
          <pc:sldMk cId="964645156" sldId="330"/>
        </pc:sldMkLst>
      </pc:sldChg>
      <pc:sldChg chg="del">
        <pc:chgData name="Reinhold Heinlein" userId="c5e5d61b-3817-4f51-a712-dcf8bfbff443" providerId="ADAL" clId="{D4444DDF-B0C2-4F26-9687-8AE96CD12419}" dt="2025-06-18T08:56:02.542" v="290" actId="47"/>
        <pc:sldMkLst>
          <pc:docMk/>
          <pc:sldMk cId="2936980827" sldId="331"/>
        </pc:sldMkLst>
      </pc:sldChg>
      <pc:sldChg chg="del">
        <pc:chgData name="Reinhold Heinlein" userId="c5e5d61b-3817-4f51-a712-dcf8bfbff443" providerId="ADAL" clId="{D4444DDF-B0C2-4F26-9687-8AE96CD12419}" dt="2025-06-18T08:56:03.254" v="291" actId="47"/>
        <pc:sldMkLst>
          <pc:docMk/>
          <pc:sldMk cId="3552782920" sldId="332"/>
        </pc:sldMkLst>
      </pc:sldChg>
      <pc:sldChg chg="del">
        <pc:chgData name="Reinhold Heinlein" userId="c5e5d61b-3817-4f51-a712-dcf8bfbff443" providerId="ADAL" clId="{D4444DDF-B0C2-4F26-9687-8AE96CD12419}" dt="2025-06-18T08:56:03.941" v="292" actId="47"/>
        <pc:sldMkLst>
          <pc:docMk/>
          <pc:sldMk cId="905114315" sldId="333"/>
        </pc:sldMkLst>
      </pc:sldChg>
      <pc:sldChg chg="del">
        <pc:chgData name="Reinhold Heinlein" userId="c5e5d61b-3817-4f51-a712-dcf8bfbff443" providerId="ADAL" clId="{D4444DDF-B0C2-4F26-9687-8AE96CD12419}" dt="2025-06-18T08:56:04.916" v="293" actId="47"/>
        <pc:sldMkLst>
          <pc:docMk/>
          <pc:sldMk cId="2853713050" sldId="334"/>
        </pc:sldMkLst>
      </pc:sldChg>
      <pc:sldChg chg="del">
        <pc:chgData name="Reinhold Heinlein" userId="c5e5d61b-3817-4f51-a712-dcf8bfbff443" providerId="ADAL" clId="{D4444DDF-B0C2-4F26-9687-8AE96CD12419}" dt="2025-06-18T08:56:06.429" v="295" actId="47"/>
        <pc:sldMkLst>
          <pc:docMk/>
          <pc:sldMk cId="1191206472" sldId="335"/>
        </pc:sldMkLst>
      </pc:sldChg>
      <pc:sldChg chg="del">
        <pc:chgData name="Reinhold Heinlein" userId="c5e5d61b-3817-4f51-a712-dcf8bfbff443" providerId="ADAL" clId="{D4444DDF-B0C2-4F26-9687-8AE96CD12419}" dt="2025-06-18T08:56:06.078" v="294" actId="47"/>
        <pc:sldMkLst>
          <pc:docMk/>
          <pc:sldMk cId="318181740" sldId="336"/>
        </pc:sldMkLst>
      </pc:sldChg>
      <pc:sldChg chg="del">
        <pc:chgData name="Reinhold Heinlein" userId="c5e5d61b-3817-4f51-a712-dcf8bfbff443" providerId="ADAL" clId="{D4444DDF-B0C2-4F26-9687-8AE96CD12419}" dt="2025-06-18T08:56:07.376" v="296" actId="47"/>
        <pc:sldMkLst>
          <pc:docMk/>
          <pc:sldMk cId="173588279" sldId="337"/>
        </pc:sldMkLst>
      </pc:sldChg>
      <pc:sldChg chg="addSp delSp modSp add mod">
        <pc:chgData name="Reinhold Heinlein" userId="c5e5d61b-3817-4f51-a712-dcf8bfbff443" providerId="ADAL" clId="{D4444DDF-B0C2-4F26-9687-8AE96CD12419}" dt="2025-06-18T10:07:50.133" v="1899" actId="207"/>
        <pc:sldMkLst>
          <pc:docMk/>
          <pc:sldMk cId="2688594072" sldId="338"/>
        </pc:sldMkLst>
      </pc:sldChg>
      <pc:sldChg chg="modSp add mod">
        <pc:chgData name="Reinhold Heinlein" userId="c5e5d61b-3817-4f51-a712-dcf8bfbff443" providerId="ADAL" clId="{D4444DDF-B0C2-4F26-9687-8AE96CD12419}" dt="2025-06-18T09:19:38.145" v="834" actId="20577"/>
        <pc:sldMkLst>
          <pc:docMk/>
          <pc:sldMk cId="3960014978" sldId="339"/>
        </pc:sldMkLst>
      </pc:sldChg>
      <pc:sldChg chg="modSp add mod ord">
        <pc:chgData name="Reinhold Heinlein" userId="c5e5d61b-3817-4f51-a712-dcf8bfbff443" providerId="ADAL" clId="{D4444DDF-B0C2-4F26-9687-8AE96CD12419}" dt="2025-06-18T09:27:06.614" v="1046" actId="207"/>
        <pc:sldMkLst>
          <pc:docMk/>
          <pc:sldMk cId="540285682" sldId="340"/>
        </pc:sldMkLst>
      </pc:sldChg>
      <pc:sldChg chg="modSp add mod">
        <pc:chgData name="Reinhold Heinlein" userId="c5e5d61b-3817-4f51-a712-dcf8bfbff443" providerId="ADAL" clId="{D4444DDF-B0C2-4F26-9687-8AE96CD12419}" dt="2025-06-18T09:32:14.012" v="1158" actId="20577"/>
        <pc:sldMkLst>
          <pc:docMk/>
          <pc:sldMk cId="2478688360" sldId="341"/>
        </pc:sldMkLst>
      </pc:sldChg>
      <pc:sldChg chg="addSp modSp add mod">
        <pc:chgData name="Reinhold Heinlein" userId="c5e5d61b-3817-4f51-a712-dcf8bfbff443" providerId="ADAL" clId="{D4444DDF-B0C2-4F26-9687-8AE96CD12419}" dt="2025-06-18T09:54:22.497" v="1597" actId="14100"/>
        <pc:sldMkLst>
          <pc:docMk/>
          <pc:sldMk cId="3601434426" sldId="342"/>
        </pc:sldMkLst>
      </pc:sldChg>
      <pc:sldChg chg="addSp delSp modSp add mod">
        <pc:chgData name="Reinhold Heinlein" userId="c5e5d61b-3817-4f51-a712-dcf8bfbff443" providerId="ADAL" clId="{D4444DDF-B0C2-4F26-9687-8AE96CD12419}" dt="2025-06-18T10:10:26.525" v="1928" actId="20577"/>
        <pc:sldMkLst>
          <pc:docMk/>
          <pc:sldMk cId="2380973110" sldId="343"/>
        </pc:sldMkLst>
      </pc:sldChg>
      <pc:sldChg chg="modSp add mod ord">
        <pc:chgData name="Reinhold Heinlein" userId="c5e5d61b-3817-4f51-a712-dcf8bfbff443" providerId="ADAL" clId="{D4444DDF-B0C2-4F26-9687-8AE96CD12419}" dt="2025-06-18T10:13:31.007" v="2030" actId="20577"/>
        <pc:sldMkLst>
          <pc:docMk/>
          <pc:sldMk cId="3079878753" sldId="344"/>
        </pc:sldMkLst>
      </pc:sldChg>
      <pc:sldChg chg="modSp add mod ord">
        <pc:chgData name="Reinhold Heinlein" userId="c5e5d61b-3817-4f51-a712-dcf8bfbff443" providerId="ADAL" clId="{D4444DDF-B0C2-4F26-9687-8AE96CD12419}" dt="2025-06-18T11:13:16.841" v="2592" actId="20577"/>
        <pc:sldMkLst>
          <pc:docMk/>
          <pc:sldMk cId="853613291" sldId="345"/>
        </pc:sldMkLst>
      </pc:sldChg>
      <pc:sldChg chg="addSp modSp add mod">
        <pc:chgData name="Reinhold Heinlein" userId="c5e5d61b-3817-4f51-a712-dcf8bfbff443" providerId="ADAL" clId="{D4444DDF-B0C2-4F26-9687-8AE96CD12419}" dt="2025-06-18T10:58:17.766" v="2319" actId="207"/>
        <pc:sldMkLst>
          <pc:docMk/>
          <pc:sldMk cId="685152697" sldId="346"/>
        </pc:sldMkLst>
      </pc:sldChg>
      <pc:sldChg chg="modSp add mod">
        <pc:chgData name="Reinhold Heinlein" userId="c5e5d61b-3817-4f51-a712-dcf8bfbff443" providerId="ADAL" clId="{D4444DDF-B0C2-4F26-9687-8AE96CD12419}" dt="2025-06-18T11:24:25.607" v="2593" actId="20577"/>
        <pc:sldMkLst>
          <pc:docMk/>
          <pc:sldMk cId="335956104" sldId="347"/>
        </pc:sldMkLst>
      </pc:sldChg>
      <pc:sldChg chg="addSp delSp modSp add del mod">
        <pc:chgData name="Reinhold Heinlein" userId="c5e5d61b-3817-4f51-a712-dcf8bfbff443" providerId="ADAL" clId="{D4444DDF-B0C2-4F26-9687-8AE96CD12419}" dt="2025-06-18T11:07:26.311" v="2360" actId="2696"/>
        <pc:sldMkLst>
          <pc:docMk/>
          <pc:sldMk cId="3267632517" sldId="347"/>
        </pc:sldMkLst>
      </pc:sldChg>
      <pc:sldChg chg="modSp add mod ord">
        <pc:chgData name="Reinhold Heinlein" userId="c5e5d61b-3817-4f51-a712-dcf8bfbff443" providerId="ADAL" clId="{D4444DDF-B0C2-4F26-9687-8AE96CD12419}" dt="2025-06-18T11:33:28.922" v="2722" actId="20577"/>
        <pc:sldMkLst>
          <pc:docMk/>
          <pc:sldMk cId="3756765807" sldId="348"/>
        </pc:sldMkLst>
      </pc:sldChg>
      <pc:sldChg chg="modSp add mod">
        <pc:chgData name="Reinhold Heinlein" userId="c5e5d61b-3817-4f51-a712-dcf8bfbff443" providerId="ADAL" clId="{D4444DDF-B0C2-4F26-9687-8AE96CD12419}" dt="2025-06-19T09:22:39.256" v="3063" actId="20577"/>
        <pc:sldMkLst>
          <pc:docMk/>
          <pc:sldMk cId="3277624640" sldId="349"/>
        </pc:sldMkLst>
      </pc:sldChg>
      <pc:sldChg chg="modSp add mod">
        <pc:chgData name="Reinhold Heinlein" userId="c5e5d61b-3817-4f51-a712-dcf8bfbff443" providerId="ADAL" clId="{D4444DDF-B0C2-4F26-9687-8AE96CD12419}" dt="2025-06-19T09:23:28.846" v="3071" actId="20577"/>
        <pc:sldMkLst>
          <pc:docMk/>
          <pc:sldMk cId="1367380946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834" y="3057655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57606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7A7392"/>
                </a:solidFill>
              </a:defRPr>
            </a:lvl1pPr>
            <a:lvl2pPr marL="609600" indent="0">
              <a:buNone/>
              <a:defRPr sz="2000">
                <a:solidFill>
                  <a:srgbClr val="7A7392"/>
                </a:solidFill>
              </a:defRPr>
            </a:lvl2pPr>
            <a:lvl3pPr marL="1219200" indent="0">
              <a:buNone/>
              <a:defRPr sz="2000">
                <a:solidFill>
                  <a:srgbClr val="7A7392"/>
                </a:solidFill>
              </a:defRPr>
            </a:lvl3pPr>
            <a:lvl4pPr marL="1828800" indent="0">
              <a:buNone/>
              <a:defRPr sz="2000">
                <a:solidFill>
                  <a:srgbClr val="7A7392"/>
                </a:solidFill>
              </a:defRPr>
            </a:lvl4pPr>
            <a:lvl5pPr marL="2438400" indent="0">
              <a:buNone/>
              <a:defRPr sz="20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hf hdr="0" ftr="0" dt="0"/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9AE-110C-40B7-9DF3-A4A07ADF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745769"/>
          </a:xfrm>
        </p:spPr>
        <p:txBody>
          <a:bodyPr/>
          <a:lstStyle/>
          <a:p>
            <a:r>
              <a:rPr lang="en-GB" noProof="0" dirty="0"/>
              <a:t>UMET9U-30-1- Professional Skills for Banking and Finance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Lecture 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6D5A-6272-44C9-9121-5A48D169B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noProof="0" dirty="0"/>
              <a:t>Presented by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07F5E-61FF-45D2-B0E6-0386A93DB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01207"/>
          </a:xfrm>
        </p:spPr>
        <p:txBody>
          <a:bodyPr/>
          <a:lstStyle/>
          <a:p>
            <a:r>
              <a:rPr lang="en-GB" sz="2000" noProof="0" dirty="0"/>
              <a:t>Reinhold Heinlein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A58E-4331-43B5-A70A-203EF9F254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37133985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2C33-84D3-4C74-9F36-3265F3BE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68" y="764704"/>
            <a:ext cx="6515620" cy="1325563"/>
          </a:xfrm>
        </p:spPr>
        <p:txBody>
          <a:bodyPr>
            <a:normAutofit/>
          </a:bodyPr>
          <a:lstStyle/>
          <a:p>
            <a:r>
              <a:rPr lang="en-GB" sz="3200" noProof="0" dirty="0">
                <a:solidFill>
                  <a:schemeClr val="accent4"/>
                </a:solidFill>
              </a:rPr>
              <a:t>Lecture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3DF7-30A5-4CDB-B2AD-10BDF696F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474" y="1772816"/>
            <a:ext cx="6515620" cy="3384376"/>
          </a:xfrm>
        </p:spPr>
        <p:txBody>
          <a:bodyPr/>
          <a:lstStyle/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Graphical analysis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Bar chart, Pie chart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Line graph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Histogram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Ogive (cumulative frequency plot)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Box plot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lang="en-GB" sz="2400" noProof="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Scatter graph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>
              <a:buClr>
                <a:srgbClr val="7A7392"/>
              </a:buClr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8846238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426B-A441-3A5E-8180-5BE02244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48C-C56A-6447-6B9C-807BB7B4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Graphical Presentation of Data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B033B-BA17-A349-74FA-C2EEC4D02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noProof="0" dirty="0"/>
              <a:t>Data in raw form are usually not easy to use for decision making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/>
              <a:t>Some type of organization is needed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Graph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/>
              <a:t>The type of graph to use depends on the variable being summarized and the information one tries to display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65134632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489B-99F9-253B-6E61-D915DEEA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87E0-BEE3-02B2-E163-84838795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Tables and Graphs for Categorical Variables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3AF9B-8A22-A853-8FE1-B7F0710AF7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Tabulating categorical data: </a:t>
            </a:r>
          </a:p>
          <a:p>
            <a:pPr marL="0" lvl="0" indent="0">
              <a:buNone/>
            </a:pPr>
            <a:r>
              <a:rPr lang="en-GB" sz="2400" noProof="0" dirty="0"/>
              <a:t>Decide on the number of categories and count the observations per category. Display a </a:t>
            </a:r>
            <a:r>
              <a:rPr lang="en-GB" sz="2400" noProof="0" dirty="0">
                <a:solidFill>
                  <a:srgbClr val="FF0000"/>
                </a:solidFill>
              </a:rPr>
              <a:t>frequency distribution table</a:t>
            </a:r>
            <a:r>
              <a:rPr lang="en-GB" sz="2400" noProof="0" dirty="0"/>
              <a:t>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Graphing categorical data:</a:t>
            </a:r>
          </a:p>
          <a:p>
            <a:pPr marL="0" lvl="0" indent="0">
              <a:buNone/>
            </a:pPr>
            <a:r>
              <a:rPr lang="en-GB" sz="2400" noProof="0" dirty="0"/>
              <a:t>Display </a:t>
            </a:r>
            <a:r>
              <a:rPr lang="en-GB" sz="2400" noProof="0" dirty="0">
                <a:solidFill>
                  <a:srgbClr val="FF0000"/>
                </a:solidFill>
              </a:rPr>
              <a:t>bar chart </a:t>
            </a:r>
            <a:r>
              <a:rPr lang="en-GB" sz="2400" noProof="0" dirty="0"/>
              <a:t>or </a:t>
            </a:r>
            <a:r>
              <a:rPr lang="en-GB" sz="2400" noProof="0" dirty="0">
                <a:solidFill>
                  <a:srgbClr val="FF0000"/>
                </a:solidFill>
              </a:rPr>
              <a:t>pie chart </a:t>
            </a:r>
            <a:r>
              <a:rPr lang="en-GB" sz="2400" noProof="0" dirty="0"/>
              <a:t>using the information from the frequency distribution table. Height of bar or size of pie slice shows the frequency or percentage for each category.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61853576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BDC6-FAF6-370A-460D-A974B7AD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4297-C6D7-3F7F-3F7F-4F3CED32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Bar Chart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02E72-4ABA-0344-B551-37C5BE8F9C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5B705-90BF-3F3D-4C07-3F29626F2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254" y="2924944"/>
            <a:ext cx="4757726" cy="35193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0596C0-1559-0A39-B801-8A256A9A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581123"/>
            <a:ext cx="2916243" cy="2407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4BFE5-608C-081B-ADEF-F503FE28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698" y="4015457"/>
            <a:ext cx="1005927" cy="7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3483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E818-6F64-122B-D11E-E3E49BB4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28B6-E4BB-D826-2A63-1B8D3078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Pie Chart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E5914-0635-7314-728A-0308352D74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1B4D15-F760-236F-C6A0-8BE8DBAB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03" y="4265898"/>
            <a:ext cx="1005927" cy="707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4A785-1E1B-202C-CD5E-BD4065CC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5" y="2637757"/>
            <a:ext cx="5436095" cy="4014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00255-7B5F-A0BE-934D-4B231D445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38" y="1867944"/>
            <a:ext cx="4102964" cy="24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9497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88BD-BCF6-E7E1-34DD-95E6098C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F67B-E27B-E872-E35A-3323EF58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Line plot for time series data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F3885-2CCE-480F-0D39-58B9719A04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 line chart (time-series plot) is used to show the values of a variable over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Time is measured on the horizontal axis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The variable of interest is measured on the vertical axis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966886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6239-2990-ACB6-77E7-D7341031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0DC3-850A-A3EF-9480-BCBA5D7A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Line plot for time series data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BFA6B-91CB-37ED-11F6-CF61C2D5B9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/>
              <a:t>Figure: S&amp;P 500 stock market index, monthly frequency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94C0C6-079B-1B5B-FD88-7E50F1DF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" y="1916832"/>
            <a:ext cx="9144000" cy="356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5142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17E0-630A-54BE-373D-933E942C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27B4-B032-CAFE-872D-B4A599B9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Graphs to describe univariate numerical variables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08E84-9D7D-516E-A499-07E34E5176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rgbClr val="FF0000"/>
                </a:solidFill>
              </a:rPr>
              <a:t>Histograms </a:t>
            </a:r>
            <a:r>
              <a:rPr lang="en-GB" sz="2400" noProof="0" dirty="0"/>
              <a:t>are a graphical display of frequency distribution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rgbClr val="FF0000"/>
                </a:solidFill>
              </a:rPr>
              <a:t>Ogives </a:t>
            </a:r>
            <a:r>
              <a:rPr lang="en-GB" sz="2400" noProof="0" dirty="0"/>
              <a:t>show cumulative distribution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rgbClr val="FF0000"/>
                </a:solidFill>
              </a:rPr>
              <a:t>Box plots </a:t>
            </a:r>
            <a:r>
              <a:rPr lang="en-GB" sz="2400" noProof="0" dirty="0"/>
              <a:t>graphically display certain descriptive statistics, like lower and upper quartiles, medium, minimum and maximum, and also outlier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46610788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5F5D-F718-0B87-2271-3F2D3F65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B72C-3547-169C-6911-48B2AFFF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What is a frequency distribution table?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7BF-9D7F-5C8F-C9EF-CEC8CAA9CC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 frequency distribution is a list or a table …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containing class groupings (categories or ranges within which the data fall) ...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and the corresponding frequencies with which data fall within each class or category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 frequency distribution is a way to summarize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The distribution condenses the raw data into a more useful form...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and allows for a quick visual interpretation of the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56494817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82A6-7CC7-B2DF-1F22-1E7E9FD8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F96A-CAA7-E039-8AD5-4F7FC8E8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Class intervals and class boundaries of frequency distribution tables?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BC17F-AB74-8686-C0A3-94EFE14AB27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46563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Each class grouping has the same width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Determine the width of each interval by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𝑖𝑛𝑡𝑒𝑟𝑣𝑎𝑙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𝑤𝑖𝑑𝑡h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𝑚𝑎𝑥𝑖𝑚𝑢𝑚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𝑚𝑖𝑛𝑖𝑚𝑢𝑚</m:t>
                          </m:r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𝑖𝑛𝑡𝑒𝑟𝑣𝑎𝑙𝑠</m:t>
                          </m:r>
                        </m:den>
                      </m:f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noProof="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Use at least 5 but no more than 15 or 20 intervals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Intervals never overlap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Round up the interval width to get desirable interval endpoints</a:t>
                </a:r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6BC17F-AB74-8686-C0A3-94EFE14AB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465637"/>
              </a:xfrm>
              <a:blipFill>
                <a:blip r:embed="rId2"/>
                <a:stretch>
                  <a:fillRect l="-2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902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0C0E-6E39-48AD-681E-C59B9AFC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A35A-C277-F65E-9FEA-EC06D52B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Frequency distribution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38772-D5AF-F51A-D7B7-D0C98BB428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indent="0">
              <a:buNone/>
            </a:pPr>
            <a:r>
              <a:rPr lang="en-GB" sz="2400" noProof="0" dirty="0">
                <a:solidFill>
                  <a:schemeClr val="folHlink"/>
                </a:solidFill>
              </a:rPr>
              <a:t>Example:</a:t>
            </a:r>
            <a:r>
              <a:rPr lang="en-GB" sz="2400" noProof="0" dirty="0"/>
              <a:t> A manufacturer of insulation randomly selects 20 winter days and records the </a:t>
            </a:r>
            <a:r>
              <a:rPr lang="en-GB" sz="2400" noProof="0" dirty="0">
                <a:solidFill>
                  <a:schemeClr val="folHlink"/>
                </a:solidFill>
              </a:rPr>
              <a:t>daily high temperature in Fahrenheit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>
                <a:solidFill>
                  <a:srgbClr val="FF0000"/>
                </a:solidFill>
              </a:rPr>
              <a:t>24, 35, 17, 21, 24, 37, 26, 46, 58, 30, </a:t>
            </a:r>
          </a:p>
          <a:p>
            <a:pPr marL="0" lvl="0" indent="0">
              <a:buNone/>
            </a:pPr>
            <a:r>
              <a:rPr lang="en-GB" sz="2400" noProof="0" dirty="0">
                <a:solidFill>
                  <a:srgbClr val="FF0000"/>
                </a:solidFill>
              </a:rPr>
              <a:t>32, 13, 12, 38, 41, 43, 44, 27, 53, 27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82402299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7901-7359-FE0E-DAC5-5AC97767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C41A-E700-710C-62E0-2996E15B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Frequency distribution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FD18C-E82F-9580-3B23-FC5AC48547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2400" noProof="0" dirty="0">
                <a:solidFill>
                  <a:prstClr val="black"/>
                </a:solidFill>
              </a:rPr>
              <a:t>Sort raw data in ascending order: </a:t>
            </a:r>
            <a:r>
              <a:rPr lang="en-GB" sz="2400" noProof="0" dirty="0">
                <a:solidFill>
                  <a:srgbClr val="FF0000"/>
                </a:solidFill>
              </a:rPr>
              <a:t>12, 13, 17, 21, 24, 24, 26, 27, 27, 30, 32, 35, 37, 38, 41, 43, 44, 46, 53, 58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Find range: 58 - 12 = 46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2400" noProof="0" dirty="0">
                <a:solidFill>
                  <a:prstClr val="black"/>
                </a:solidFill>
                <a:latin typeface="Calibri"/>
              </a:rPr>
              <a:t>Select number of classes: 5 (usually between 5 and 15)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Compute interval width: 10  (46/5 then round up)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GB" sz="2400" noProof="0" dirty="0">
                <a:solidFill>
                  <a:prstClr val="black"/>
                </a:solidFill>
                <a:latin typeface="Calibri"/>
              </a:rPr>
              <a:t>Determine interval boundaries: 10 but less than 20, 20 but less than 30, . . . , 50 but less than 60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 observations &amp; assign to classes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32250755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6447-5C8F-DDCD-77AC-76A4D54B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4E9C-6A0B-15E1-1138-6EBFC5C1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Frequency distribution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9C6A1-68A5-F03E-3D2C-D594E8D2BA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98B59-B626-C556-227E-A95E29862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5" y="1484784"/>
            <a:ext cx="8931089" cy="518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1037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0973-E143-9513-1A26-A2298788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6EC8-3039-A8B1-1BE5-05262EC1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Histogram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4737F-B072-D5F9-45CF-68C0AB6CB1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noProof="0" dirty="0"/>
              <a:t>A graph of the data in a frequency distribution is called a </a:t>
            </a:r>
            <a:r>
              <a:rPr lang="en-GB" sz="2400" b="1" noProof="0" dirty="0">
                <a:solidFill>
                  <a:schemeClr val="folHlink"/>
                </a:solidFill>
              </a:rPr>
              <a:t>histogram</a:t>
            </a:r>
            <a:r>
              <a:rPr lang="en-GB" sz="2400" noProof="0" dirty="0"/>
              <a:t> </a:t>
            </a: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noProof="0" dirty="0"/>
              <a:t>The </a:t>
            </a:r>
            <a:r>
              <a:rPr lang="en-GB" sz="2400" b="1" noProof="0" dirty="0">
                <a:solidFill>
                  <a:schemeClr val="folHlink"/>
                </a:solidFill>
              </a:rPr>
              <a:t>interval endpoints</a:t>
            </a:r>
            <a:r>
              <a:rPr lang="en-GB" sz="2400" noProof="0" dirty="0">
                <a:solidFill>
                  <a:schemeClr val="folHlink"/>
                </a:solidFill>
              </a:rPr>
              <a:t> </a:t>
            </a:r>
            <a:r>
              <a:rPr lang="en-GB" sz="2400" noProof="0" dirty="0"/>
              <a:t>are shown on the </a:t>
            </a:r>
            <a:r>
              <a:rPr lang="en-GB" sz="2400" noProof="0" dirty="0">
                <a:solidFill>
                  <a:schemeClr val="folHlink"/>
                </a:solidFill>
              </a:rPr>
              <a:t>horizontal axis</a:t>
            </a:r>
            <a:endParaRPr lang="en-GB" sz="2400" noProof="0" dirty="0"/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noProof="0" dirty="0"/>
              <a:t>the </a:t>
            </a:r>
            <a:r>
              <a:rPr lang="en-GB" sz="2400" noProof="0" dirty="0">
                <a:solidFill>
                  <a:schemeClr val="folHlink"/>
                </a:solidFill>
              </a:rPr>
              <a:t>vertical axis </a:t>
            </a:r>
            <a:r>
              <a:rPr lang="en-GB" sz="2400" noProof="0" dirty="0"/>
              <a:t>is either</a:t>
            </a:r>
            <a:r>
              <a:rPr lang="en-GB" sz="2400" noProof="0" dirty="0">
                <a:solidFill>
                  <a:schemeClr val="folHlink"/>
                </a:solidFill>
              </a:rPr>
              <a:t> </a:t>
            </a:r>
            <a:r>
              <a:rPr lang="en-GB" sz="2400" b="1" noProof="0" dirty="0">
                <a:solidFill>
                  <a:schemeClr val="folHlink"/>
                </a:solidFill>
              </a:rPr>
              <a:t>frequency, relative frequency, </a:t>
            </a:r>
            <a:r>
              <a:rPr lang="en-GB" sz="2400" noProof="0" dirty="0"/>
              <a:t>or</a:t>
            </a:r>
            <a:r>
              <a:rPr lang="en-GB" sz="2400" b="1" noProof="0" dirty="0">
                <a:solidFill>
                  <a:schemeClr val="folHlink"/>
                </a:solidFill>
              </a:rPr>
              <a:t> percentage</a:t>
            </a:r>
            <a:r>
              <a:rPr lang="en-GB" sz="2400" noProof="0" dirty="0"/>
              <a:t> </a:t>
            </a:r>
            <a:endParaRPr lang="en-GB" sz="2400" noProof="0" dirty="0">
              <a:solidFill>
                <a:schemeClr val="folHlink"/>
              </a:solidFill>
            </a:endParaRP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noProof="0" dirty="0"/>
              <a:t>Bars of the appropriate heights are used to represent the number of observations within each class 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414087920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CA5F-A16C-259D-5F35-82BB8B26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ADA0-BE0E-12CF-32EA-8B34A80E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Histogram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C444F-F006-05B5-F437-CCD3C9CF0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72582-1E31-3988-CED7-39CCE0C9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34" y="1700213"/>
            <a:ext cx="8442684" cy="49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5201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0E30-2610-B481-83CF-4EE6B0E2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AD43-6C64-1641-B81D-0765BC31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How many class intervals?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926F0-B98B-2996-4F0B-E4C0372C88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4824015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Many (Narrow class intervals)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may yield a very jagged distribution with gaps from empty classes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Can give a poor indication of how frequency varies across classes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Few (Wide class intervals)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may compress variation too much and yield a blocky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can obscure important patterns of variation.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lvl="0"/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1D245-AC02-DBC1-0F8C-41C03B64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06" y="1722870"/>
            <a:ext cx="3201924" cy="2154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E62DA7-F48D-1906-11BD-E76707080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06" y="4143502"/>
            <a:ext cx="3201924" cy="202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7870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8073-57C4-C3E6-423B-C95BF7D1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3441-FBCB-C891-615C-9DCC7DFF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Distribution shape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76805-FC9F-C297-EFD2-D7855C95A9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noProof="0" dirty="0"/>
              <a:t>The shape of the distribution is said to be </a:t>
            </a:r>
            <a:r>
              <a:rPr lang="en-GB" sz="2400" noProof="0" dirty="0">
                <a:solidFill>
                  <a:srgbClr val="FF0000"/>
                </a:solidFill>
              </a:rPr>
              <a:t>symmetric</a:t>
            </a:r>
            <a:r>
              <a:rPr lang="en-GB" sz="2400" noProof="0" dirty="0"/>
              <a:t> if the observations are balanced, or evenly distributed, about the centre. 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37F3D-8C3A-91DF-6536-9791485C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3212976"/>
            <a:ext cx="4954524" cy="283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78349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F0D37-6528-1337-636F-9D6EE315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E2A4-CFBD-3CB7-4499-CBF75A0A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Distribution shape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990A-2849-48DE-429E-FBFB7917AC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1296739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noProof="0" dirty="0"/>
              <a:t>The shape of the distribution is said to be </a:t>
            </a:r>
            <a:r>
              <a:rPr lang="en-GB" sz="2400" noProof="0" dirty="0">
                <a:solidFill>
                  <a:srgbClr val="FF0000"/>
                </a:solidFill>
              </a:rPr>
              <a:t>skewed</a:t>
            </a:r>
            <a:r>
              <a:rPr lang="en-GB" sz="2400" noProof="0" dirty="0"/>
              <a:t> if the observations are not symmetrically distributed around the centre.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0422E-D859-7301-82E3-31E00E19A6D8}"/>
              </a:ext>
            </a:extLst>
          </p:cNvPr>
          <p:cNvSpPr txBox="1"/>
          <p:nvPr/>
        </p:nvSpPr>
        <p:spPr>
          <a:xfrm>
            <a:off x="869143" y="2924944"/>
            <a:ext cx="45365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positively skewed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distribution (skewed to the right) has a tail that extends to the right in the direction of positive values.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negatively skewed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distribution (skewed to the left) has a tail that extends to the left in the direction of negative values.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noProof="0" dirty="0">
              <a:solidFill>
                <a:prstClr val="black"/>
              </a:solidFill>
              <a:latin typeface="Calibri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noProof="0" dirty="0">
              <a:solidFill>
                <a:prstClr val="black"/>
              </a:solidFill>
              <a:latin typeface="Calibri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4C635-D096-F996-DBE8-848DE953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858257"/>
            <a:ext cx="3506724" cy="2005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A0FF0-02D8-61DF-861A-8E47E17D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4868067"/>
            <a:ext cx="3506724" cy="20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8458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9020-AF78-8964-B9B6-1480DAB2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34EA-955A-4D7D-6CB3-AE7148E2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The cumulative frequency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023D4-334A-B645-904C-1C7B4B26C6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33D1A-3341-0B4F-296D-65653AF08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0768"/>
            <a:ext cx="8775973" cy="521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0327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9B2B-9CCA-5871-C425-F739C90D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A121-9FED-D187-904F-6A116907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The ogive - graphing cumulative frequencies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B86F2-3176-421A-BB73-7A6201132E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E5D46-7271-6EE2-4076-339F4E375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84" y="1700213"/>
            <a:ext cx="8028384" cy="45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98017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199B-67F7-595A-C5C2-DFAF3AC3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E9BB-154F-1756-0F02-6998FB46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The box plot (Box and Whisker Diagram)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D88CDB-CB1E-7BA4-9601-3DE9D567970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3" y="1700213"/>
                <a:ext cx="7632327" cy="446563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Lower quartile is the 25</a:t>
                </a:r>
                <a:r>
                  <a:rPr lang="en-GB" sz="2400" baseline="30000" noProof="0" dirty="0"/>
                  <a:t>th</a:t>
                </a:r>
                <a:r>
                  <a:rPr lang="en-GB" sz="2400" noProof="0" dirty="0"/>
                  <a:t> percentile.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Upper quartile is the 75</a:t>
                </a:r>
                <a:r>
                  <a:rPr lang="en-GB" sz="2400" baseline="30000" noProof="0" dirty="0"/>
                  <a:t>th</a:t>
                </a:r>
                <a:r>
                  <a:rPr lang="en-GB" sz="2400" noProof="0" dirty="0"/>
                  <a:t> percentile.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The length of the box is the interquartile range (IQR).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Maximum length of the whiskers is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1.5∗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en-GB" sz="2400" noProof="0" dirty="0"/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Outlier observations are more than </a:t>
                </a:r>
                <a14:m>
                  <m:oMath xmlns:m="http://schemas.openxmlformats.org/officeDocument/2006/math">
                    <m:r>
                      <a:rPr lang="en-GB" sz="2400" i="1" noProof="0">
                        <a:latin typeface="Cambria Math" panose="02040503050406030204" pitchFamily="18" charset="0"/>
                      </a:rPr>
                      <m:t>1.5∗</m:t>
                    </m:r>
                    <m:r>
                      <a:rPr lang="en-GB" sz="2400" i="1" noProof="0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en-GB" sz="2400" noProof="0" dirty="0"/>
                  <a:t> away from lower quartile or upper quartile.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9D88CDB-CB1E-7BA4-9601-3DE9D5679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3" y="1700213"/>
                <a:ext cx="7632327" cy="4465637"/>
              </a:xfrm>
              <a:blipFill>
                <a:blip r:embed="rId2"/>
                <a:stretch>
                  <a:fillRect l="-2316" b="-90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FCA7BD1-F7F5-FA40-5DCD-A89C87DC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" y="1374016"/>
            <a:ext cx="898332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51254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FA8A-9DFD-D48E-5560-5447E740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BA08-450D-7794-6762-2906CBE0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A box plot example in Excel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ABAA9-5449-0958-4ECF-314DC31A6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6B938-5079-0911-D1D7-AF8E1047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49" y="1484784"/>
            <a:ext cx="707450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6028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F339-AF61-13D9-97B3-8A07E3C8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F9D5-15D8-4FBC-7EB3-AE562795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Graphs to describe relationships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A00EB-213B-0918-4448-646C82D614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rgbClr val="FF0000"/>
                </a:solidFill>
              </a:rPr>
              <a:t>Scatter graphs </a:t>
            </a:r>
            <a:r>
              <a:rPr lang="en-GB" sz="2400" noProof="0" dirty="0"/>
              <a:t>are used for paired observations taken from two numerical variables. One variable is measured on the vertical axis, and the other variable is measured on the horizontal axis.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shape of the data cloud can give indication of </a:t>
            </a:r>
            <a:r>
              <a:rPr lang="en-GB" sz="2400" dirty="0">
                <a:solidFill>
                  <a:srgbClr val="FF0000"/>
                </a:solidFill>
              </a:rPr>
              <a:t>correlation</a:t>
            </a:r>
            <a:r>
              <a:rPr lang="en-GB" sz="2400" dirty="0"/>
              <a:t> between the variables.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 </a:t>
            </a:r>
            <a:r>
              <a:rPr lang="en-GB" sz="2400" noProof="0" dirty="0">
                <a:solidFill>
                  <a:srgbClr val="FF0000"/>
                </a:solidFill>
              </a:rPr>
              <a:t>trendline</a:t>
            </a:r>
            <a:r>
              <a:rPr lang="en-GB" sz="2400" noProof="0" dirty="0"/>
              <a:t> can be added to the graph to emphasise the relationship between the variables.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96216561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434B-F455-5FF9-CE38-CF4C0B68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7A45-102E-C247-4724-450B2DF6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Scatter graph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0B18B-65C6-7F89-E62E-B2F5493AE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noProof="0" dirty="0"/>
              <a:t>Figure: Scatter graph, S&amp;P 500 versus NASDAQ Composite, monthly returns, 1990/1 – 2025/6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D5E16-5847-D44B-1BF2-19E3CE5A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1" y="1441671"/>
            <a:ext cx="5434869" cy="397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51066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E13-887D-424D-9C90-08C9AE0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Next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F03B-6FBE-4B0C-93A0-8DB46AC1ED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12776"/>
            <a:ext cx="6551612" cy="2880320"/>
          </a:xfrm>
        </p:spPr>
        <p:txBody>
          <a:bodyPr/>
          <a:lstStyle/>
          <a:p>
            <a:r>
              <a:rPr lang="en-GB" sz="2400" noProof="0" dirty="0"/>
              <a:t>Relationships between variables</a:t>
            </a:r>
          </a:p>
          <a:p>
            <a:r>
              <a:rPr lang="en-GB" sz="2400" dirty="0"/>
              <a:t>More s</a:t>
            </a:r>
            <a:r>
              <a:rPr lang="en-GB" sz="2400" noProof="0" dirty="0" err="1"/>
              <a:t>catter</a:t>
            </a:r>
            <a:r>
              <a:rPr lang="en-GB" sz="2400" noProof="0" dirty="0"/>
              <a:t> graphs</a:t>
            </a:r>
          </a:p>
          <a:p>
            <a:r>
              <a:rPr lang="en-GB" sz="2400" noProof="0" dirty="0"/>
              <a:t>Covariance and correlation coefficients</a:t>
            </a:r>
          </a:p>
          <a:p>
            <a:pPr marL="9525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3191569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E Lilac standard" id="{B50C80D3-D9F5-4009-9938-F1B85FF744A3}" vid="{FD532FFD-1352-4344-A026-1EC031F17F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89C2B03CC9B4B848357AD3FCA0F8D" ma:contentTypeVersion="13" ma:contentTypeDescription="Create a new document." ma:contentTypeScope="" ma:versionID="54b3e76089f828a04be55345f1a537e0">
  <xsd:schema xmlns:xsd="http://www.w3.org/2001/XMLSchema" xmlns:xs="http://www.w3.org/2001/XMLSchema" xmlns:p="http://schemas.microsoft.com/office/2006/metadata/properties" xmlns:ns3="0a63ec7c-6655-44e7-8cc1-d1896a7f84b6" xmlns:ns4="eaad8dcd-1243-433a-a0b1-5eb79d1ccaf5" targetNamespace="http://schemas.microsoft.com/office/2006/metadata/properties" ma:root="true" ma:fieldsID="7c7dfe77c3df860864662b3f0bb8129f" ns3:_="" ns4:_="">
    <xsd:import namespace="0a63ec7c-6655-44e7-8cc1-d1896a7f84b6"/>
    <xsd:import namespace="eaad8dcd-1243-433a-a0b1-5eb79d1cc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3ec7c-6655-44e7-8cc1-d1896a7f8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d8dcd-1243-433a-a0b1-5eb79d1cc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FBBA11-57B2-41FF-8FE3-BA0941F71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3ec7c-6655-44e7-8cc1-d1896a7f84b6"/>
    <ds:schemaRef ds:uri="eaad8dcd-1243-433a-a0b1-5eb79d1cca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D2D201-97C8-4E70-BF77-76D11DC8600F}">
  <ds:schemaRefs>
    <ds:schemaRef ds:uri="eaad8dcd-1243-433a-a0b1-5eb79d1ccaf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a63ec7c-6655-44e7-8cc1-d1896a7f84b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UWE Lilac standard</Template>
  <TotalTime>4250</TotalTime>
  <Words>992</Words>
  <Application>Microsoft Office PowerPoint</Application>
  <PresentationFormat>On-screen Show (4:3)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 Math</vt:lpstr>
      <vt:lpstr>Courier New</vt:lpstr>
      <vt:lpstr>Georgia</vt:lpstr>
      <vt:lpstr>Tahoma</vt:lpstr>
      <vt:lpstr>Custom Design</vt:lpstr>
      <vt:lpstr>UMET9U-30-1- Professional Skills for Banking and Finance   Lecture 9</vt:lpstr>
      <vt:lpstr>Lecture content</vt:lpstr>
      <vt:lpstr>Graphical Presentation of Data  </vt:lpstr>
      <vt:lpstr>Tables and Graphs for Categorical Variables  </vt:lpstr>
      <vt:lpstr>Bar Chart Example  </vt:lpstr>
      <vt:lpstr>Pie Chart Example  </vt:lpstr>
      <vt:lpstr>Line plot for time series data </vt:lpstr>
      <vt:lpstr>Line plot for time series data </vt:lpstr>
      <vt:lpstr>Graphs to describe univariate numerical variables </vt:lpstr>
      <vt:lpstr>What is a frequency distribution table?  </vt:lpstr>
      <vt:lpstr>Class intervals and class boundaries of frequency distribution tables?  </vt:lpstr>
      <vt:lpstr>Frequency distribution example  </vt:lpstr>
      <vt:lpstr>Frequency distribution example  </vt:lpstr>
      <vt:lpstr>Frequency distribution example  </vt:lpstr>
      <vt:lpstr>Histogram  </vt:lpstr>
      <vt:lpstr>Histogram Example  </vt:lpstr>
      <vt:lpstr>How many class intervals?  </vt:lpstr>
      <vt:lpstr>Distribution shape  </vt:lpstr>
      <vt:lpstr>Distribution shape  </vt:lpstr>
      <vt:lpstr>The cumulative frequency distribution  </vt:lpstr>
      <vt:lpstr>The ogive - graphing cumulative frequencies  </vt:lpstr>
      <vt:lpstr>The box plot (Box and Whisker Diagram)</vt:lpstr>
      <vt:lpstr>A box plot example in Excel</vt:lpstr>
      <vt:lpstr>Graphs to describe relationships </vt:lpstr>
      <vt:lpstr>Scatter graph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UMED8M-15-2 - Introductory econometrics   Lecture 1</dc:title>
  <dc:creator>Reinhold Heinlein</dc:creator>
  <cp:lastModifiedBy>Reinhold Heinlein</cp:lastModifiedBy>
  <cp:revision>18</cp:revision>
  <cp:lastPrinted>2016-09-22T10:08:48Z</cp:lastPrinted>
  <dcterms:created xsi:type="dcterms:W3CDTF">2021-06-15T10:15:29Z</dcterms:created>
  <dcterms:modified xsi:type="dcterms:W3CDTF">2025-10-30T10:17:14Z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0x01010078489C2B03CC9B4B848357AD3FCA0F8D</vt:lpwstr>
  </property>
</Properties>
</file>