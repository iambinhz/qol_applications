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5"/>
    <p:sldMasterId id="2147483979" r:id="rId6"/>
  </p:sldMasterIdLst>
  <p:notesMasterIdLst>
    <p:notesMasterId r:id="rId34"/>
  </p:notesMasterIdLst>
  <p:handoutMasterIdLst>
    <p:handoutMasterId r:id="rId35"/>
  </p:handoutMasterIdLst>
  <p:sldIdLst>
    <p:sldId id="288" r:id="rId7"/>
    <p:sldId id="287" r:id="rId8"/>
    <p:sldId id="256" r:id="rId9"/>
    <p:sldId id="651" r:id="rId10"/>
    <p:sldId id="407" r:id="rId11"/>
    <p:sldId id="486" r:id="rId12"/>
    <p:sldId id="521" r:id="rId13"/>
    <p:sldId id="547" r:id="rId14"/>
    <p:sldId id="487" r:id="rId15"/>
    <p:sldId id="489" r:id="rId16"/>
    <p:sldId id="472" r:id="rId17"/>
    <p:sldId id="533" r:id="rId18"/>
    <p:sldId id="522" r:id="rId19"/>
    <p:sldId id="528" r:id="rId20"/>
    <p:sldId id="530" r:id="rId21"/>
    <p:sldId id="532" r:id="rId22"/>
    <p:sldId id="501" r:id="rId23"/>
    <p:sldId id="503" r:id="rId24"/>
    <p:sldId id="504" r:id="rId25"/>
    <p:sldId id="516" r:id="rId26"/>
    <p:sldId id="653" r:id="rId27"/>
    <p:sldId id="654" r:id="rId28"/>
    <p:sldId id="657" r:id="rId29"/>
    <p:sldId id="518" r:id="rId30"/>
    <p:sldId id="656" r:id="rId31"/>
    <p:sldId id="658" r:id="rId32"/>
    <p:sldId id="462" r:id="rId33"/>
  </p:sldIdLst>
  <p:sldSz cx="9144000" cy="6858000" type="screen4x3"/>
  <p:notesSz cx="9144000" cy="6858000"/>
  <p:custDataLst>
    <p:tags r:id="rId36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56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28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00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72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4284EADD-FE41-494D-A42C-2B60CCFC2DE6}">
          <p14:sldIdLst>
            <p14:sldId id="288"/>
            <p14:sldId id="287"/>
            <p14:sldId id="256"/>
            <p14:sldId id="651"/>
            <p14:sldId id="407"/>
            <p14:sldId id="486"/>
            <p14:sldId id="521"/>
            <p14:sldId id="547"/>
            <p14:sldId id="487"/>
            <p14:sldId id="489"/>
            <p14:sldId id="472"/>
            <p14:sldId id="533"/>
            <p14:sldId id="522"/>
            <p14:sldId id="528"/>
            <p14:sldId id="530"/>
            <p14:sldId id="532"/>
            <p14:sldId id="501"/>
            <p14:sldId id="503"/>
            <p14:sldId id="504"/>
            <p14:sldId id="516"/>
            <p14:sldId id="653"/>
            <p14:sldId id="654"/>
            <p14:sldId id="657"/>
            <p14:sldId id="518"/>
            <p14:sldId id="656"/>
            <p14:sldId id="658"/>
            <p14:sldId id="462"/>
          </p14:sldIdLst>
        </p14:section>
      </p14:sectionLst>
    </p:ext>
    <p:ext uri="{EFAFB233-063F-42B5-8137-9DF3F51BA10A}">
      <p15:sldGuideLst xmlns:p15="http://schemas.microsoft.com/office/powerpoint/2012/main">
        <p15:guide id="4" orient="horz" pos="3838">
          <p15:clr>
            <a:srgbClr val="A4A3A4"/>
          </p15:clr>
        </p15:guide>
        <p15:guide id="5" pos="2880">
          <p15:clr>
            <a:srgbClr val="A4A3A4"/>
          </p15:clr>
        </p15:guide>
        <p15:guide id="7" pos="5103">
          <p15:clr>
            <a:srgbClr val="A4A3A4"/>
          </p15:clr>
        </p15:guide>
        <p15:guide id="12" pos="65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9DAC"/>
    <a:srgbClr val="1A9DAC"/>
    <a:srgbClr val="16818D"/>
    <a:srgbClr val="1C9DAC"/>
    <a:srgbClr val="7A7392"/>
    <a:srgbClr val="598752"/>
    <a:srgbClr val="6DA463"/>
    <a:srgbClr val="A65C45"/>
    <a:srgbClr val="CC7054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CA71AB-382B-4B5B-8955-9E613FBA33A1}" v="725" dt="2025-08-15T14:42:53.0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931" autoAdjust="0"/>
    <p:restoredTop sz="76923" autoAdjust="0"/>
  </p:normalViewPr>
  <p:slideViewPr>
    <p:cSldViewPr showGuides="1">
      <p:cViewPr>
        <p:scale>
          <a:sx n="100" d="100"/>
          <a:sy n="100" d="100"/>
        </p:scale>
        <p:origin x="450" y="-666"/>
      </p:cViewPr>
      <p:guideLst>
        <p:guide orient="horz" pos="3838"/>
        <p:guide pos="2880"/>
        <p:guide pos="5103"/>
        <p:guide pos="65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83" d="100"/>
          <a:sy n="183" d="100"/>
        </p:scale>
        <p:origin x="208" y="32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theme" Target="theme/theme1.xml"/><Relationship Id="rId21" Type="http://schemas.openxmlformats.org/officeDocument/2006/relationships/slide" Target="slides/slide15.xml"/><Relationship Id="rId34" Type="http://schemas.openxmlformats.org/officeDocument/2006/relationships/notesMaster" Target="notesMasters/notesMaster1.xml"/><Relationship Id="rId42" Type="http://schemas.microsoft.com/office/2015/10/relationships/revisionInfo" Target="revisionInfo.xml"/><Relationship Id="rId7" Type="http://schemas.openxmlformats.org/officeDocument/2006/relationships/slide" Target="slides/slid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41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tags" Target="tags/tag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" Type="http://schemas.openxmlformats.org/officeDocument/2006/relationships/customXml" Target="../customXml/item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2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melza Pilgrim" userId="9b1f39d4-236b-4377-9a8d-dccbd2a774dd" providerId="ADAL" clId="{1BC5D4C8-9C17-4422-A054-CE07DEFE2120}"/>
    <pc:docChg chg="modSld">
      <pc:chgData name="Demelza Pilgrim" userId="9b1f39d4-236b-4377-9a8d-dccbd2a774dd" providerId="ADAL" clId="{1BC5D4C8-9C17-4422-A054-CE07DEFE2120}" dt="2024-12-05T09:54:29.570" v="362" actId="20577"/>
      <pc:docMkLst>
        <pc:docMk/>
      </pc:docMkLst>
      <pc:sldChg chg="modSp mod">
        <pc:chgData name="Demelza Pilgrim" userId="9b1f39d4-236b-4377-9a8d-dccbd2a774dd" providerId="ADAL" clId="{1BC5D4C8-9C17-4422-A054-CE07DEFE2120}" dt="2024-11-09T12:58:40.242" v="15" actId="20577"/>
        <pc:sldMkLst>
          <pc:docMk/>
          <pc:sldMk cId="3764760811" sldId="256"/>
        </pc:sldMkLst>
      </pc:sldChg>
      <pc:sldChg chg="modSp mod">
        <pc:chgData name="Demelza Pilgrim" userId="9b1f39d4-236b-4377-9a8d-dccbd2a774dd" providerId="ADAL" clId="{1BC5D4C8-9C17-4422-A054-CE07DEFE2120}" dt="2024-11-09T12:59:16.344" v="24" actId="20577"/>
        <pc:sldMkLst>
          <pc:docMk/>
          <pc:sldMk cId="1719998758" sldId="258"/>
        </pc:sldMkLst>
      </pc:sldChg>
      <pc:sldChg chg="modSp mod">
        <pc:chgData name="Demelza Pilgrim" userId="9b1f39d4-236b-4377-9a8d-dccbd2a774dd" providerId="ADAL" clId="{1BC5D4C8-9C17-4422-A054-CE07DEFE2120}" dt="2024-11-09T13:00:05.384" v="42" actId="6549"/>
        <pc:sldMkLst>
          <pc:docMk/>
          <pc:sldMk cId="2922149429" sldId="352"/>
        </pc:sldMkLst>
      </pc:sldChg>
      <pc:sldChg chg="modSp">
        <pc:chgData name="Demelza Pilgrim" userId="9b1f39d4-236b-4377-9a8d-dccbd2a774dd" providerId="ADAL" clId="{1BC5D4C8-9C17-4422-A054-CE07DEFE2120}" dt="2024-12-05T09:49:41.434" v="318" actId="20577"/>
        <pc:sldMkLst>
          <pc:docMk/>
          <pc:sldMk cId="324172787" sldId="522"/>
        </pc:sldMkLst>
      </pc:sldChg>
      <pc:sldChg chg="modSp">
        <pc:chgData name="Demelza Pilgrim" userId="9b1f39d4-236b-4377-9a8d-dccbd2a774dd" providerId="ADAL" clId="{1BC5D4C8-9C17-4422-A054-CE07DEFE2120}" dt="2024-12-05T09:42:03.702" v="43" actId="20577"/>
        <pc:sldMkLst>
          <pc:docMk/>
          <pc:sldMk cId="1231200281" sldId="528"/>
        </pc:sldMkLst>
      </pc:sldChg>
      <pc:sldChg chg="addSp delSp modSp mod modAnim">
        <pc:chgData name="Demelza Pilgrim" userId="9b1f39d4-236b-4377-9a8d-dccbd2a774dd" providerId="ADAL" clId="{1BC5D4C8-9C17-4422-A054-CE07DEFE2120}" dt="2024-12-05T09:48:49.344" v="249"/>
        <pc:sldMkLst>
          <pc:docMk/>
          <pc:sldMk cId="1218991253" sldId="530"/>
        </pc:sldMkLst>
      </pc:sldChg>
      <pc:sldChg chg="addSp modSp mod modAnim">
        <pc:chgData name="Demelza Pilgrim" userId="9b1f39d4-236b-4377-9a8d-dccbd2a774dd" providerId="ADAL" clId="{1BC5D4C8-9C17-4422-A054-CE07DEFE2120}" dt="2024-12-05T09:44:35.416" v="81" actId="20577"/>
        <pc:sldMkLst>
          <pc:docMk/>
          <pc:sldMk cId="1044383950" sldId="534"/>
        </pc:sldMkLst>
      </pc:sldChg>
      <pc:sldChg chg="addSp modSp mod">
        <pc:chgData name="Demelza Pilgrim" userId="9b1f39d4-236b-4377-9a8d-dccbd2a774dd" providerId="ADAL" clId="{1BC5D4C8-9C17-4422-A054-CE07DEFE2120}" dt="2024-12-05T09:54:29.570" v="362" actId="20577"/>
        <pc:sldMkLst>
          <pc:docMk/>
          <pc:sldMk cId="3920029023" sldId="545"/>
        </pc:sldMkLst>
      </pc:sldChg>
    </pc:docChg>
  </pc:docChgLst>
  <pc:docChgLst>
    <pc:chgData name="Demelza Pilgrim" userId="9b1f39d4-236b-4377-9a8d-dccbd2a774dd" providerId="ADAL" clId="{25469D0B-2D30-4D3D-9FCE-8FD701611B85}"/>
    <pc:docChg chg="undo custSel addSld delSld modSld sldOrd modMainMaster modSection">
      <pc:chgData name="Demelza Pilgrim" userId="9b1f39d4-236b-4377-9a8d-dccbd2a774dd" providerId="ADAL" clId="{25469D0B-2D30-4D3D-9FCE-8FD701611B85}" dt="2023-10-13T12:34:17.984" v="621" actId="1076"/>
      <pc:docMkLst>
        <pc:docMk/>
      </pc:docMkLst>
      <pc:sldChg chg="modSp mod">
        <pc:chgData name="Demelza Pilgrim" userId="9b1f39d4-236b-4377-9a8d-dccbd2a774dd" providerId="ADAL" clId="{25469D0B-2D30-4D3D-9FCE-8FD701611B85}" dt="2023-10-13T11:52:40.675" v="64" actId="20577"/>
        <pc:sldMkLst>
          <pc:docMk/>
          <pc:sldMk cId="3764760811" sldId="256"/>
        </pc:sldMkLst>
      </pc:sldChg>
      <pc:sldChg chg="del ord">
        <pc:chgData name="Demelza Pilgrim" userId="9b1f39d4-236b-4377-9a8d-dccbd2a774dd" providerId="ADAL" clId="{25469D0B-2D30-4D3D-9FCE-8FD701611B85}" dt="2023-10-13T12:25:38.341" v="553" actId="47"/>
        <pc:sldMkLst>
          <pc:docMk/>
          <pc:sldMk cId="211433966" sldId="257"/>
        </pc:sldMkLst>
      </pc:sldChg>
      <pc:sldChg chg="modSp mod">
        <pc:chgData name="Demelza Pilgrim" userId="9b1f39d4-236b-4377-9a8d-dccbd2a774dd" providerId="ADAL" clId="{25469D0B-2D30-4D3D-9FCE-8FD701611B85}" dt="2023-10-13T11:54:31.616" v="110" actId="20577"/>
        <pc:sldMkLst>
          <pc:docMk/>
          <pc:sldMk cId="1719998758" sldId="258"/>
        </pc:sldMkLst>
      </pc:sldChg>
      <pc:sldChg chg="del">
        <pc:chgData name="Demelza Pilgrim" userId="9b1f39d4-236b-4377-9a8d-dccbd2a774dd" providerId="ADAL" clId="{25469D0B-2D30-4D3D-9FCE-8FD701611B85}" dt="2023-10-13T12:25:38.341" v="553" actId="47"/>
        <pc:sldMkLst>
          <pc:docMk/>
          <pc:sldMk cId="565489555" sldId="259"/>
        </pc:sldMkLst>
      </pc:sldChg>
      <pc:sldChg chg="del">
        <pc:chgData name="Demelza Pilgrim" userId="9b1f39d4-236b-4377-9a8d-dccbd2a774dd" providerId="ADAL" clId="{25469D0B-2D30-4D3D-9FCE-8FD701611B85}" dt="2023-10-13T12:25:38.341" v="553" actId="47"/>
        <pc:sldMkLst>
          <pc:docMk/>
          <pc:sldMk cId="1244097967" sldId="260"/>
        </pc:sldMkLst>
      </pc:sldChg>
      <pc:sldChg chg="del">
        <pc:chgData name="Demelza Pilgrim" userId="9b1f39d4-236b-4377-9a8d-dccbd2a774dd" providerId="ADAL" clId="{25469D0B-2D30-4D3D-9FCE-8FD701611B85}" dt="2023-10-13T12:25:38.341" v="553" actId="47"/>
        <pc:sldMkLst>
          <pc:docMk/>
          <pc:sldMk cId="4287480267" sldId="261"/>
        </pc:sldMkLst>
      </pc:sldChg>
      <pc:sldChg chg="modSp add del mod setBg">
        <pc:chgData name="Demelza Pilgrim" userId="9b1f39d4-236b-4377-9a8d-dccbd2a774dd" providerId="ADAL" clId="{25469D0B-2D30-4D3D-9FCE-8FD701611B85}" dt="2023-10-13T11:52:47.097" v="65" actId="47"/>
        <pc:sldMkLst>
          <pc:docMk/>
          <pc:sldMk cId="3631272954" sldId="309"/>
        </pc:sldMkLst>
      </pc:sldChg>
      <pc:sldChg chg="modSp add del mod">
        <pc:chgData name="Demelza Pilgrim" userId="9b1f39d4-236b-4377-9a8d-dccbd2a774dd" providerId="ADAL" clId="{25469D0B-2D30-4D3D-9FCE-8FD701611B85}" dt="2023-10-13T11:54:42.146" v="111" actId="47"/>
        <pc:sldMkLst>
          <pc:docMk/>
          <pc:sldMk cId="1898806633" sldId="325"/>
        </pc:sldMkLst>
      </pc:sldChg>
      <pc:sldChg chg="modSp add mod">
        <pc:chgData name="Demelza Pilgrim" userId="9b1f39d4-236b-4377-9a8d-dccbd2a774dd" providerId="ADAL" clId="{25469D0B-2D30-4D3D-9FCE-8FD701611B85}" dt="2023-10-13T12:25:17.408" v="552" actId="27636"/>
        <pc:sldMkLst>
          <pc:docMk/>
          <pc:sldMk cId="2922149429" sldId="352"/>
        </pc:sldMkLst>
      </pc:sldChg>
      <pc:sldChg chg="addSp delSp modSp add mod modAnim">
        <pc:chgData name="Demelza Pilgrim" userId="9b1f39d4-236b-4377-9a8d-dccbd2a774dd" providerId="ADAL" clId="{25469D0B-2D30-4D3D-9FCE-8FD701611B85}" dt="2023-10-13T12:28:49.303" v="567" actId="1076"/>
        <pc:sldMkLst>
          <pc:docMk/>
          <pc:sldMk cId="2646784511" sldId="407"/>
        </pc:sldMkLst>
      </pc:sldChg>
      <pc:sldChg chg="addSp modSp add mod modAnim">
        <pc:chgData name="Demelza Pilgrim" userId="9b1f39d4-236b-4377-9a8d-dccbd2a774dd" providerId="ADAL" clId="{25469D0B-2D30-4D3D-9FCE-8FD701611B85}" dt="2023-10-13T12:34:17.984" v="621" actId="1076"/>
        <pc:sldMkLst>
          <pc:docMk/>
          <pc:sldMk cId="1565525678" sldId="472"/>
        </pc:sldMkLst>
      </pc:sldChg>
      <pc:sldChg chg="modSp add mod">
        <pc:chgData name="Demelza Pilgrim" userId="9b1f39d4-236b-4377-9a8d-dccbd2a774dd" providerId="ADAL" clId="{25469D0B-2D30-4D3D-9FCE-8FD701611B85}" dt="2023-10-13T12:00:29.257" v="170" actId="12"/>
        <pc:sldMkLst>
          <pc:docMk/>
          <pc:sldMk cId="1645818634" sldId="521"/>
        </pc:sldMkLst>
      </pc:sldChg>
      <pc:sldChg chg="modSp add mod">
        <pc:chgData name="Demelza Pilgrim" userId="9b1f39d4-236b-4377-9a8d-dccbd2a774dd" providerId="ADAL" clId="{25469D0B-2D30-4D3D-9FCE-8FD701611B85}" dt="2023-10-13T12:02:10.820" v="193" actId="27636"/>
        <pc:sldMkLst>
          <pc:docMk/>
          <pc:sldMk cId="324172787" sldId="522"/>
        </pc:sldMkLst>
      </pc:sldChg>
      <pc:sldChg chg="modSp add mod">
        <pc:chgData name="Demelza Pilgrim" userId="9b1f39d4-236b-4377-9a8d-dccbd2a774dd" providerId="ADAL" clId="{25469D0B-2D30-4D3D-9FCE-8FD701611B85}" dt="2023-10-13T12:11:34.397" v="323" actId="255"/>
        <pc:sldMkLst>
          <pc:docMk/>
          <pc:sldMk cId="677861207" sldId="523"/>
        </pc:sldMkLst>
      </pc:sldChg>
      <pc:sldChg chg="modSp add mod">
        <pc:chgData name="Demelza Pilgrim" userId="9b1f39d4-236b-4377-9a8d-dccbd2a774dd" providerId="ADAL" clId="{25469D0B-2D30-4D3D-9FCE-8FD701611B85}" dt="2023-10-13T12:12:47.472" v="345" actId="1076"/>
        <pc:sldMkLst>
          <pc:docMk/>
          <pc:sldMk cId="2002467315" sldId="524"/>
        </pc:sldMkLst>
      </pc:sldChg>
      <pc:sldChg chg="modSp add mod">
        <pc:chgData name="Demelza Pilgrim" userId="9b1f39d4-236b-4377-9a8d-dccbd2a774dd" providerId="ADAL" clId="{25469D0B-2D30-4D3D-9FCE-8FD701611B85}" dt="2023-10-13T12:13:45.610" v="351" actId="6549"/>
        <pc:sldMkLst>
          <pc:docMk/>
          <pc:sldMk cId="1104646490" sldId="525"/>
        </pc:sldMkLst>
      </pc:sldChg>
      <pc:sldChg chg="modSp add mod">
        <pc:chgData name="Demelza Pilgrim" userId="9b1f39d4-236b-4377-9a8d-dccbd2a774dd" providerId="ADAL" clId="{25469D0B-2D30-4D3D-9FCE-8FD701611B85}" dt="2023-10-13T12:14:40.782" v="373" actId="20577"/>
        <pc:sldMkLst>
          <pc:docMk/>
          <pc:sldMk cId="1240405643" sldId="526"/>
        </pc:sldMkLst>
      </pc:sldChg>
      <pc:sldChg chg="modSp add mod">
        <pc:chgData name="Demelza Pilgrim" userId="9b1f39d4-236b-4377-9a8d-dccbd2a774dd" providerId="ADAL" clId="{25469D0B-2D30-4D3D-9FCE-8FD701611B85}" dt="2023-10-13T12:10:34.704" v="312" actId="1036"/>
        <pc:sldMkLst>
          <pc:docMk/>
          <pc:sldMk cId="3611102624" sldId="527"/>
        </pc:sldMkLst>
      </pc:sldChg>
      <pc:sldChg chg="modSp add mod">
        <pc:chgData name="Demelza Pilgrim" userId="9b1f39d4-236b-4377-9a8d-dccbd2a774dd" providerId="ADAL" clId="{25469D0B-2D30-4D3D-9FCE-8FD701611B85}" dt="2023-10-13T12:04:05.819" v="213" actId="1036"/>
        <pc:sldMkLst>
          <pc:docMk/>
          <pc:sldMk cId="1231200281" sldId="528"/>
        </pc:sldMkLst>
      </pc:sldChg>
      <pc:sldChg chg="modSp add mod">
        <pc:chgData name="Demelza Pilgrim" userId="9b1f39d4-236b-4377-9a8d-dccbd2a774dd" providerId="ADAL" clId="{25469D0B-2D30-4D3D-9FCE-8FD701611B85}" dt="2023-10-13T11:50:19.838" v="8" actId="27636"/>
        <pc:sldMkLst>
          <pc:docMk/>
          <pc:sldMk cId="1218991253" sldId="530"/>
        </pc:sldMkLst>
      </pc:sldChg>
      <pc:sldChg chg="modSp add mod">
        <pc:chgData name="Demelza Pilgrim" userId="9b1f39d4-236b-4377-9a8d-dccbd2a774dd" providerId="ADAL" clId="{25469D0B-2D30-4D3D-9FCE-8FD701611B85}" dt="2023-10-13T12:04:37.828" v="218" actId="255"/>
        <pc:sldMkLst>
          <pc:docMk/>
          <pc:sldMk cId="1611537765" sldId="532"/>
        </pc:sldMkLst>
      </pc:sldChg>
      <pc:sldChg chg="modSp add mod">
        <pc:chgData name="Demelza Pilgrim" userId="9b1f39d4-236b-4377-9a8d-dccbd2a774dd" providerId="ADAL" clId="{25469D0B-2D30-4D3D-9FCE-8FD701611B85}" dt="2023-10-13T12:01:59.848" v="190" actId="113"/>
        <pc:sldMkLst>
          <pc:docMk/>
          <pc:sldMk cId="1144184481" sldId="533"/>
        </pc:sldMkLst>
      </pc:sldChg>
      <pc:sldChg chg="delSp modSp add mod delAnim">
        <pc:chgData name="Demelza Pilgrim" userId="9b1f39d4-236b-4377-9a8d-dccbd2a774dd" providerId="ADAL" clId="{25469D0B-2D30-4D3D-9FCE-8FD701611B85}" dt="2023-10-13T12:08:06.740" v="254" actId="14100"/>
        <pc:sldMkLst>
          <pc:docMk/>
          <pc:sldMk cId="1044383950" sldId="534"/>
        </pc:sldMkLst>
      </pc:sldChg>
      <pc:sldChg chg="modSp add">
        <pc:chgData name="Demelza Pilgrim" userId="9b1f39d4-236b-4377-9a8d-dccbd2a774dd" providerId="ADAL" clId="{25469D0B-2D30-4D3D-9FCE-8FD701611B85}" dt="2023-10-13T12:08:19.744" v="255" actId="255"/>
        <pc:sldMkLst>
          <pc:docMk/>
          <pc:sldMk cId="444491055" sldId="535"/>
        </pc:sldMkLst>
      </pc:sldChg>
      <pc:sldChg chg="modSp add mod">
        <pc:chgData name="Demelza Pilgrim" userId="9b1f39d4-236b-4377-9a8d-dccbd2a774dd" providerId="ADAL" clId="{25469D0B-2D30-4D3D-9FCE-8FD701611B85}" dt="2023-10-13T12:09:40.950" v="290" actId="115"/>
        <pc:sldMkLst>
          <pc:docMk/>
          <pc:sldMk cId="3859482498" sldId="536"/>
        </pc:sldMkLst>
      </pc:sldChg>
      <pc:sldChg chg="modSp add mod">
        <pc:chgData name="Demelza Pilgrim" userId="9b1f39d4-236b-4377-9a8d-dccbd2a774dd" providerId="ADAL" clId="{25469D0B-2D30-4D3D-9FCE-8FD701611B85}" dt="2023-10-13T12:15:43.028" v="392" actId="20577"/>
        <pc:sldMkLst>
          <pc:docMk/>
          <pc:sldMk cId="1076401098" sldId="537"/>
        </pc:sldMkLst>
      </pc:sldChg>
      <pc:sldChg chg="modSp add mod">
        <pc:chgData name="Demelza Pilgrim" userId="9b1f39d4-236b-4377-9a8d-dccbd2a774dd" providerId="ADAL" clId="{25469D0B-2D30-4D3D-9FCE-8FD701611B85}" dt="2023-10-13T12:17:20.306" v="447" actId="1076"/>
        <pc:sldMkLst>
          <pc:docMk/>
          <pc:sldMk cId="1430065777" sldId="538"/>
        </pc:sldMkLst>
      </pc:sldChg>
      <pc:sldChg chg="modSp add mod">
        <pc:chgData name="Demelza Pilgrim" userId="9b1f39d4-236b-4377-9a8d-dccbd2a774dd" providerId="ADAL" clId="{25469D0B-2D30-4D3D-9FCE-8FD701611B85}" dt="2023-10-13T12:17:48.114" v="450" actId="1076"/>
        <pc:sldMkLst>
          <pc:docMk/>
          <pc:sldMk cId="12700339" sldId="539"/>
        </pc:sldMkLst>
      </pc:sldChg>
      <pc:sldChg chg="modSp add mod">
        <pc:chgData name="Demelza Pilgrim" userId="9b1f39d4-236b-4377-9a8d-dccbd2a774dd" providerId="ADAL" clId="{25469D0B-2D30-4D3D-9FCE-8FD701611B85}" dt="2023-10-13T12:18:02.845" v="454" actId="403"/>
        <pc:sldMkLst>
          <pc:docMk/>
          <pc:sldMk cId="65801634" sldId="540"/>
        </pc:sldMkLst>
      </pc:sldChg>
      <pc:sldChg chg="addSp delSp modSp add mod">
        <pc:chgData name="Demelza Pilgrim" userId="9b1f39d4-236b-4377-9a8d-dccbd2a774dd" providerId="ADAL" clId="{25469D0B-2D30-4D3D-9FCE-8FD701611B85}" dt="2023-10-13T12:22:38.621" v="533" actId="20577"/>
        <pc:sldMkLst>
          <pc:docMk/>
          <pc:sldMk cId="3779783049" sldId="542"/>
        </pc:sldMkLst>
      </pc:sldChg>
      <pc:sldChg chg="modSp add mod">
        <pc:chgData name="Demelza Pilgrim" userId="9b1f39d4-236b-4377-9a8d-dccbd2a774dd" providerId="ADAL" clId="{25469D0B-2D30-4D3D-9FCE-8FD701611B85}" dt="2023-10-13T12:24:06.899" v="538" actId="255"/>
        <pc:sldMkLst>
          <pc:docMk/>
          <pc:sldMk cId="1024029375" sldId="543"/>
        </pc:sldMkLst>
      </pc:sldChg>
      <pc:sldChg chg="modSp add mod">
        <pc:chgData name="Demelza Pilgrim" userId="9b1f39d4-236b-4377-9a8d-dccbd2a774dd" providerId="ADAL" clId="{25469D0B-2D30-4D3D-9FCE-8FD701611B85}" dt="2023-10-13T12:23:40.970" v="536" actId="14100"/>
        <pc:sldMkLst>
          <pc:docMk/>
          <pc:sldMk cId="748273523" sldId="544"/>
        </pc:sldMkLst>
      </pc:sldChg>
      <pc:sldChg chg="modSp add mod">
        <pc:chgData name="Demelza Pilgrim" userId="9b1f39d4-236b-4377-9a8d-dccbd2a774dd" providerId="ADAL" clId="{25469D0B-2D30-4D3D-9FCE-8FD701611B85}" dt="2023-10-13T12:24:46.601" v="548" actId="255"/>
        <pc:sldMkLst>
          <pc:docMk/>
          <pc:sldMk cId="3920029023" sldId="545"/>
        </pc:sldMkLst>
      </pc:sldChg>
      <pc:sldChg chg="modSp add">
        <pc:chgData name="Demelza Pilgrim" userId="9b1f39d4-236b-4377-9a8d-dccbd2a774dd" providerId="ADAL" clId="{25469D0B-2D30-4D3D-9FCE-8FD701611B85}" dt="2023-10-13T12:25:05.410" v="550" actId="255"/>
        <pc:sldMkLst>
          <pc:docMk/>
          <pc:sldMk cId="479471324" sldId="546"/>
        </pc:sldMkLst>
      </pc:sldChg>
      <pc:sldChg chg="modSp add mod">
        <pc:chgData name="Demelza Pilgrim" userId="9b1f39d4-236b-4377-9a8d-dccbd2a774dd" providerId="ADAL" clId="{25469D0B-2D30-4D3D-9FCE-8FD701611B85}" dt="2023-10-13T12:01:19.011" v="177" actId="1036"/>
        <pc:sldMkLst>
          <pc:docMk/>
          <pc:sldMk cId="2791988113" sldId="547"/>
        </pc:sldMkLst>
      </pc:sldChg>
      <pc:sldMasterChg chg="addSp delSldLayout modSldLayout">
        <pc:chgData name="Demelza Pilgrim" userId="9b1f39d4-236b-4377-9a8d-dccbd2a774dd" providerId="ADAL" clId="{25469D0B-2D30-4D3D-9FCE-8FD701611B85}" dt="2023-10-13T11:52:47.097" v="65" actId="47"/>
        <pc:sldMasterMkLst>
          <pc:docMk/>
          <pc:sldMasterMk cId="1101765445" sldId="2147483979"/>
        </pc:sldMasterMkLst>
        <pc:sldLayoutChg chg="addSp">
          <pc:chgData name="Demelza Pilgrim" userId="9b1f39d4-236b-4377-9a8d-dccbd2a774dd" providerId="ADAL" clId="{25469D0B-2D30-4D3D-9FCE-8FD701611B85}" dt="2023-10-13T11:50:58.117" v="19"/>
          <pc:sldLayoutMkLst>
            <pc:docMk/>
            <pc:sldMasterMk cId="1101765445" sldId="2147483979"/>
            <pc:sldLayoutMk cId="1100130474" sldId="2147483980"/>
          </pc:sldLayoutMkLst>
        </pc:sldLayoutChg>
        <pc:sldLayoutChg chg="delSp del">
          <pc:chgData name="Demelza Pilgrim" userId="9b1f39d4-236b-4377-9a8d-dccbd2a774dd" providerId="ADAL" clId="{25469D0B-2D30-4D3D-9FCE-8FD701611B85}" dt="2023-10-13T11:52:47.097" v="65" actId="47"/>
          <pc:sldLayoutMkLst>
            <pc:docMk/>
            <pc:sldMasterMk cId="1101765445" sldId="2147483979"/>
            <pc:sldLayoutMk cId="2311200920" sldId="2147483994"/>
          </pc:sldLayoutMkLst>
        </pc:sldLayoutChg>
      </pc:sldMasterChg>
    </pc:docChg>
  </pc:docChgLst>
  <pc:docChgLst>
    <pc:chgData name="Demelza Pilgrim" userId="9b1f39d4-236b-4377-9a8d-dccbd2a774dd" providerId="ADAL" clId="{13CA71AB-382B-4B5B-8955-9E613FBA33A1}"/>
    <pc:docChg chg="custSel addSld delSld modSld sldOrd modSection">
      <pc:chgData name="Demelza Pilgrim" userId="9b1f39d4-236b-4377-9a8d-dccbd2a774dd" providerId="ADAL" clId="{13CA71AB-382B-4B5B-8955-9E613FBA33A1}" dt="2025-08-15T14:43:41.294" v="1301" actId="47"/>
      <pc:docMkLst>
        <pc:docMk/>
      </pc:docMkLst>
      <pc:sldChg chg="modSp add modNotesTx">
        <pc:chgData name="Demelza Pilgrim" userId="9b1f39d4-236b-4377-9a8d-dccbd2a774dd" providerId="ADAL" clId="{13CA71AB-382B-4B5B-8955-9E613FBA33A1}" dt="2025-08-15T13:19:26.913" v="638" actId="20577"/>
        <pc:sldMkLst>
          <pc:docMk/>
          <pc:sldMk cId="0" sldId="256"/>
        </pc:sldMkLst>
        <pc:graphicFrameChg chg="mod">
          <ac:chgData name="Demelza Pilgrim" userId="9b1f39d4-236b-4377-9a8d-dccbd2a774dd" providerId="ADAL" clId="{13CA71AB-382B-4B5B-8955-9E613FBA33A1}" dt="2025-08-15T13:19:26.913" v="638" actId="20577"/>
          <ac:graphicFrameMkLst>
            <pc:docMk/>
            <pc:sldMk cId="0" sldId="256"/>
            <ac:graphicFrameMk id="13315" creationId="{C2855CC1-6974-FD0F-632A-C97A1652BB10}"/>
          </ac:graphicFrameMkLst>
        </pc:graphicFrameChg>
      </pc:sldChg>
      <pc:sldChg chg="del">
        <pc:chgData name="Demelza Pilgrim" userId="9b1f39d4-236b-4377-9a8d-dccbd2a774dd" providerId="ADAL" clId="{13CA71AB-382B-4B5B-8955-9E613FBA33A1}" dt="2025-08-15T13:03:35.899" v="70" actId="47"/>
        <pc:sldMkLst>
          <pc:docMk/>
          <pc:sldMk cId="3764760811" sldId="256"/>
        </pc:sldMkLst>
      </pc:sldChg>
      <pc:sldChg chg="del">
        <pc:chgData name="Demelza Pilgrim" userId="9b1f39d4-236b-4377-9a8d-dccbd2a774dd" providerId="ADAL" clId="{13CA71AB-382B-4B5B-8955-9E613FBA33A1}" dt="2025-08-15T13:04:17.779" v="72" actId="47"/>
        <pc:sldMkLst>
          <pc:docMk/>
          <pc:sldMk cId="1719998758" sldId="258"/>
        </pc:sldMkLst>
      </pc:sldChg>
      <pc:sldChg chg="modSp add mod modNotesTx">
        <pc:chgData name="Demelza Pilgrim" userId="9b1f39d4-236b-4377-9a8d-dccbd2a774dd" providerId="ADAL" clId="{13CA71AB-382B-4B5B-8955-9E613FBA33A1}" dt="2025-08-15T13:07:22.371" v="141" actId="6549"/>
        <pc:sldMkLst>
          <pc:docMk/>
          <pc:sldMk cId="591890035" sldId="287"/>
        </pc:sldMkLst>
        <pc:spChg chg="mod">
          <ac:chgData name="Demelza Pilgrim" userId="9b1f39d4-236b-4377-9a8d-dccbd2a774dd" providerId="ADAL" clId="{13CA71AB-382B-4B5B-8955-9E613FBA33A1}" dt="2025-08-15T13:07:16.605" v="140" actId="20577"/>
          <ac:spMkLst>
            <pc:docMk/>
            <pc:sldMk cId="591890035" sldId="287"/>
            <ac:spMk id="3" creationId="{FF9B3823-0605-807A-5635-4865E10F2BE4}"/>
          </ac:spMkLst>
        </pc:spChg>
      </pc:sldChg>
      <pc:sldChg chg="modSp add mod">
        <pc:chgData name="Demelza Pilgrim" userId="9b1f39d4-236b-4377-9a8d-dccbd2a774dd" providerId="ADAL" clId="{13CA71AB-382B-4B5B-8955-9E613FBA33A1}" dt="2025-08-15T13:03:30.153" v="69" actId="14100"/>
        <pc:sldMkLst>
          <pc:docMk/>
          <pc:sldMk cId="2640722381" sldId="288"/>
        </pc:sldMkLst>
        <pc:spChg chg="mod">
          <ac:chgData name="Demelza Pilgrim" userId="9b1f39d4-236b-4377-9a8d-dccbd2a774dd" providerId="ADAL" clId="{13CA71AB-382B-4B5B-8955-9E613FBA33A1}" dt="2025-08-15T13:03:30.153" v="69" actId="14100"/>
          <ac:spMkLst>
            <pc:docMk/>
            <pc:sldMk cId="2640722381" sldId="288"/>
            <ac:spMk id="2" creationId="{1AFEF73C-04D4-7BB1-2084-E39FB595A675}"/>
          </ac:spMkLst>
        </pc:spChg>
      </pc:sldChg>
      <pc:sldChg chg="del">
        <pc:chgData name="Demelza Pilgrim" userId="9b1f39d4-236b-4377-9a8d-dccbd2a774dd" providerId="ADAL" clId="{13CA71AB-382B-4B5B-8955-9E613FBA33A1}" dt="2025-08-15T14:42:31.074" v="1264" actId="47"/>
        <pc:sldMkLst>
          <pc:docMk/>
          <pc:sldMk cId="2922149429" sldId="352"/>
        </pc:sldMkLst>
      </pc:sldChg>
      <pc:sldChg chg="modSp">
        <pc:chgData name="Demelza Pilgrim" userId="9b1f39d4-236b-4377-9a8d-dccbd2a774dd" providerId="ADAL" clId="{13CA71AB-382B-4B5B-8955-9E613FBA33A1}" dt="2025-08-15T13:27:21.318" v="750"/>
        <pc:sldMkLst>
          <pc:docMk/>
          <pc:sldMk cId="2646784511" sldId="407"/>
        </pc:sldMkLst>
        <pc:spChg chg="mod">
          <ac:chgData name="Demelza Pilgrim" userId="9b1f39d4-236b-4377-9a8d-dccbd2a774dd" providerId="ADAL" clId="{13CA71AB-382B-4B5B-8955-9E613FBA33A1}" dt="2025-08-15T13:27:21.318" v="750"/>
          <ac:spMkLst>
            <pc:docMk/>
            <pc:sldMk cId="2646784511" sldId="407"/>
            <ac:spMk id="7" creationId="{B59A7027-0DF0-127B-AE1B-96D39E0FE283}"/>
          </ac:spMkLst>
        </pc:spChg>
      </pc:sldChg>
      <pc:sldChg chg="modSp add mod">
        <pc:chgData name="Demelza Pilgrim" userId="9b1f39d4-236b-4377-9a8d-dccbd2a774dd" providerId="ADAL" clId="{13CA71AB-382B-4B5B-8955-9E613FBA33A1}" dt="2025-08-15T14:43:19.953" v="1299" actId="20577"/>
        <pc:sldMkLst>
          <pc:docMk/>
          <pc:sldMk cId="1668558411" sldId="462"/>
        </pc:sldMkLst>
        <pc:spChg chg="mod">
          <ac:chgData name="Demelza Pilgrim" userId="9b1f39d4-236b-4377-9a8d-dccbd2a774dd" providerId="ADAL" clId="{13CA71AB-382B-4B5B-8955-9E613FBA33A1}" dt="2025-08-15T14:43:19.953" v="1299" actId="20577"/>
          <ac:spMkLst>
            <pc:docMk/>
            <pc:sldMk cId="1668558411" sldId="462"/>
            <ac:spMk id="3" creationId="{7393D38A-6D63-08BB-0FBC-2882D1231479}"/>
          </ac:spMkLst>
        </pc:spChg>
      </pc:sldChg>
      <pc:sldChg chg="modSp mod ord">
        <pc:chgData name="Demelza Pilgrim" userId="9b1f39d4-236b-4377-9a8d-dccbd2a774dd" providerId="ADAL" clId="{13CA71AB-382B-4B5B-8955-9E613FBA33A1}" dt="2025-08-15T13:27:55.139" v="770" actId="20577"/>
        <pc:sldMkLst>
          <pc:docMk/>
          <pc:sldMk cId="1565525678" sldId="472"/>
        </pc:sldMkLst>
        <pc:spChg chg="mod">
          <ac:chgData name="Demelza Pilgrim" userId="9b1f39d4-236b-4377-9a8d-dccbd2a774dd" providerId="ADAL" clId="{13CA71AB-382B-4B5B-8955-9E613FBA33A1}" dt="2025-08-15T13:27:55.139" v="770" actId="20577"/>
          <ac:spMkLst>
            <pc:docMk/>
            <pc:sldMk cId="1565525678" sldId="472"/>
            <ac:spMk id="2" creationId="{00000000-0000-0000-0000-000000000000}"/>
          </ac:spMkLst>
        </pc:spChg>
        <pc:spChg chg="mod">
          <ac:chgData name="Demelza Pilgrim" userId="9b1f39d4-236b-4377-9a8d-dccbd2a774dd" providerId="ADAL" clId="{13CA71AB-382B-4B5B-8955-9E613FBA33A1}" dt="2025-08-15T13:27:09.807" v="748" actId="27636"/>
          <ac:spMkLst>
            <pc:docMk/>
            <pc:sldMk cId="1565525678" sldId="472"/>
            <ac:spMk id="3" creationId="{00000000-0000-0000-0000-000000000000}"/>
          </ac:spMkLst>
        </pc:spChg>
      </pc:sldChg>
      <pc:sldChg chg="modSp add mod">
        <pc:chgData name="Demelza Pilgrim" userId="9b1f39d4-236b-4377-9a8d-dccbd2a774dd" providerId="ADAL" clId="{13CA71AB-382B-4B5B-8955-9E613FBA33A1}" dt="2025-08-15T13:21:18.784" v="644" actId="6549"/>
        <pc:sldMkLst>
          <pc:docMk/>
          <pc:sldMk cId="3511757110" sldId="486"/>
        </pc:sldMkLst>
        <pc:spChg chg="mod">
          <ac:chgData name="Demelza Pilgrim" userId="9b1f39d4-236b-4377-9a8d-dccbd2a774dd" providerId="ADAL" clId="{13CA71AB-382B-4B5B-8955-9E613FBA33A1}" dt="2025-08-15T13:20:49.654" v="643" actId="1076"/>
          <ac:spMkLst>
            <pc:docMk/>
            <pc:sldMk cId="3511757110" sldId="486"/>
            <ac:spMk id="2" creationId="{00000000-0000-0000-0000-000000000000}"/>
          </ac:spMkLst>
        </pc:spChg>
        <pc:spChg chg="mod">
          <ac:chgData name="Demelza Pilgrim" userId="9b1f39d4-236b-4377-9a8d-dccbd2a774dd" providerId="ADAL" clId="{13CA71AB-382B-4B5B-8955-9E613FBA33A1}" dt="2025-08-15T13:21:18.784" v="644" actId="6549"/>
          <ac:spMkLst>
            <pc:docMk/>
            <pc:sldMk cId="3511757110" sldId="486"/>
            <ac:spMk id="3" creationId="{00000000-0000-0000-0000-000000000000}"/>
          </ac:spMkLst>
        </pc:spChg>
      </pc:sldChg>
      <pc:sldChg chg="modSp add mod">
        <pc:chgData name="Demelza Pilgrim" userId="9b1f39d4-236b-4377-9a8d-dccbd2a774dd" providerId="ADAL" clId="{13CA71AB-382B-4B5B-8955-9E613FBA33A1}" dt="2025-08-15T13:25:34.376" v="740" actId="20577"/>
        <pc:sldMkLst>
          <pc:docMk/>
          <pc:sldMk cId="24773522" sldId="487"/>
        </pc:sldMkLst>
        <pc:spChg chg="mod">
          <ac:chgData name="Demelza Pilgrim" userId="9b1f39d4-236b-4377-9a8d-dccbd2a774dd" providerId="ADAL" clId="{13CA71AB-382B-4B5B-8955-9E613FBA33A1}" dt="2025-08-15T13:25:29.562" v="739" actId="20577"/>
          <ac:spMkLst>
            <pc:docMk/>
            <pc:sldMk cId="24773522" sldId="487"/>
            <ac:spMk id="2" creationId="{00000000-0000-0000-0000-000000000000}"/>
          </ac:spMkLst>
        </pc:spChg>
        <pc:spChg chg="mod">
          <ac:chgData name="Demelza Pilgrim" userId="9b1f39d4-236b-4377-9a8d-dccbd2a774dd" providerId="ADAL" clId="{13CA71AB-382B-4B5B-8955-9E613FBA33A1}" dt="2025-08-15T13:25:34.376" v="740" actId="20577"/>
          <ac:spMkLst>
            <pc:docMk/>
            <pc:sldMk cId="24773522" sldId="487"/>
            <ac:spMk id="4" creationId="{00000000-0000-0000-0000-000000000000}"/>
          </ac:spMkLst>
        </pc:spChg>
      </pc:sldChg>
      <pc:sldChg chg="modSp add mod">
        <pc:chgData name="Demelza Pilgrim" userId="9b1f39d4-236b-4377-9a8d-dccbd2a774dd" providerId="ADAL" clId="{13CA71AB-382B-4B5B-8955-9E613FBA33A1}" dt="2025-08-15T13:26:23.454" v="742" actId="108"/>
        <pc:sldMkLst>
          <pc:docMk/>
          <pc:sldMk cId="3369267666" sldId="489"/>
        </pc:sldMkLst>
        <pc:spChg chg="mod">
          <ac:chgData name="Demelza Pilgrim" userId="9b1f39d4-236b-4377-9a8d-dccbd2a774dd" providerId="ADAL" clId="{13CA71AB-382B-4B5B-8955-9E613FBA33A1}" dt="2025-08-15T13:26:23.454" v="742" actId="108"/>
          <ac:spMkLst>
            <pc:docMk/>
            <pc:sldMk cId="3369267666" sldId="489"/>
            <ac:spMk id="2" creationId="{00000000-0000-0000-0000-000000000000}"/>
          </ac:spMkLst>
        </pc:spChg>
      </pc:sldChg>
      <pc:sldChg chg="modSp add mod">
        <pc:chgData name="Demelza Pilgrim" userId="9b1f39d4-236b-4377-9a8d-dccbd2a774dd" providerId="ADAL" clId="{13CA71AB-382B-4B5B-8955-9E613FBA33A1}" dt="2025-08-15T13:49:54.613" v="911" actId="108"/>
        <pc:sldMkLst>
          <pc:docMk/>
          <pc:sldMk cId="2326895465" sldId="501"/>
        </pc:sldMkLst>
        <pc:spChg chg="mod">
          <ac:chgData name="Demelza Pilgrim" userId="9b1f39d4-236b-4377-9a8d-dccbd2a774dd" providerId="ADAL" clId="{13CA71AB-382B-4B5B-8955-9E613FBA33A1}" dt="2025-08-15T13:49:54.613" v="911" actId="108"/>
          <ac:spMkLst>
            <pc:docMk/>
            <pc:sldMk cId="2326895465" sldId="501"/>
            <ac:spMk id="2" creationId="{00000000-0000-0000-0000-000000000000}"/>
          </ac:spMkLst>
        </pc:spChg>
      </pc:sldChg>
      <pc:sldChg chg="modSp add mod modAnim">
        <pc:chgData name="Demelza Pilgrim" userId="9b1f39d4-236b-4377-9a8d-dccbd2a774dd" providerId="ADAL" clId="{13CA71AB-382B-4B5B-8955-9E613FBA33A1}" dt="2025-08-15T13:55:15.109" v="1075" actId="20577"/>
        <pc:sldMkLst>
          <pc:docMk/>
          <pc:sldMk cId="1795441012" sldId="503"/>
        </pc:sldMkLst>
        <pc:spChg chg="mod">
          <ac:chgData name="Demelza Pilgrim" userId="9b1f39d4-236b-4377-9a8d-dccbd2a774dd" providerId="ADAL" clId="{13CA71AB-382B-4B5B-8955-9E613FBA33A1}" dt="2025-08-15T13:50:00.773" v="912" actId="108"/>
          <ac:spMkLst>
            <pc:docMk/>
            <pc:sldMk cId="1795441012" sldId="503"/>
            <ac:spMk id="2" creationId="{00000000-0000-0000-0000-000000000000}"/>
          </ac:spMkLst>
        </pc:spChg>
        <pc:spChg chg="mod">
          <ac:chgData name="Demelza Pilgrim" userId="9b1f39d4-236b-4377-9a8d-dccbd2a774dd" providerId="ADAL" clId="{13CA71AB-382B-4B5B-8955-9E613FBA33A1}" dt="2025-08-15T13:54:11.535" v="1028" actId="20577"/>
          <ac:spMkLst>
            <pc:docMk/>
            <pc:sldMk cId="1795441012" sldId="503"/>
            <ac:spMk id="4" creationId="{00000000-0000-0000-0000-000000000000}"/>
          </ac:spMkLst>
        </pc:spChg>
        <pc:spChg chg="mod">
          <ac:chgData name="Demelza Pilgrim" userId="9b1f39d4-236b-4377-9a8d-dccbd2a774dd" providerId="ADAL" clId="{13CA71AB-382B-4B5B-8955-9E613FBA33A1}" dt="2025-08-15T13:55:15.109" v="1075" actId="20577"/>
          <ac:spMkLst>
            <pc:docMk/>
            <pc:sldMk cId="1795441012" sldId="503"/>
            <ac:spMk id="5" creationId="{00000000-0000-0000-0000-000000000000}"/>
          </ac:spMkLst>
        </pc:spChg>
      </pc:sldChg>
      <pc:sldChg chg="addSp delSp modSp add mod delAnim">
        <pc:chgData name="Demelza Pilgrim" userId="9b1f39d4-236b-4377-9a8d-dccbd2a774dd" providerId="ADAL" clId="{13CA71AB-382B-4B5B-8955-9E613FBA33A1}" dt="2025-08-15T13:57:43.591" v="1124" actId="1076"/>
        <pc:sldMkLst>
          <pc:docMk/>
          <pc:sldMk cId="2680208371" sldId="504"/>
        </pc:sldMkLst>
        <pc:spChg chg="mod">
          <ac:chgData name="Demelza Pilgrim" userId="9b1f39d4-236b-4377-9a8d-dccbd2a774dd" providerId="ADAL" clId="{13CA71AB-382B-4B5B-8955-9E613FBA33A1}" dt="2025-08-15T13:50:06.850" v="913" actId="108"/>
          <ac:spMkLst>
            <pc:docMk/>
            <pc:sldMk cId="2680208371" sldId="504"/>
            <ac:spMk id="2" creationId="{00000000-0000-0000-0000-000000000000}"/>
          </ac:spMkLst>
        </pc:spChg>
        <pc:spChg chg="mod">
          <ac:chgData name="Demelza Pilgrim" userId="9b1f39d4-236b-4377-9a8d-dccbd2a774dd" providerId="ADAL" clId="{13CA71AB-382B-4B5B-8955-9E613FBA33A1}" dt="2025-08-15T13:57:37.784" v="1122" actId="20577"/>
          <ac:spMkLst>
            <pc:docMk/>
            <pc:sldMk cId="2680208371" sldId="504"/>
            <ac:spMk id="3" creationId="{00000000-0000-0000-0000-000000000000}"/>
          </ac:spMkLst>
        </pc:spChg>
        <pc:picChg chg="add mod">
          <ac:chgData name="Demelza Pilgrim" userId="9b1f39d4-236b-4377-9a8d-dccbd2a774dd" providerId="ADAL" clId="{13CA71AB-382B-4B5B-8955-9E613FBA33A1}" dt="2025-08-15T13:57:43.591" v="1124" actId="1076"/>
          <ac:picMkLst>
            <pc:docMk/>
            <pc:sldMk cId="2680208371" sldId="504"/>
            <ac:picMk id="5" creationId="{00000000-0000-0000-0000-000000000000}"/>
          </ac:picMkLst>
        </pc:picChg>
        <pc:cxnChg chg="del">
          <ac:chgData name="Demelza Pilgrim" userId="9b1f39d4-236b-4377-9a8d-dccbd2a774dd" providerId="ADAL" clId="{13CA71AB-382B-4B5B-8955-9E613FBA33A1}" dt="2025-08-15T13:56:36.320" v="1106" actId="478"/>
          <ac:cxnSpMkLst>
            <pc:docMk/>
            <pc:sldMk cId="2680208371" sldId="504"/>
            <ac:cxnSpMk id="4" creationId="{00000000-0000-0000-0000-000000000000}"/>
          </ac:cxnSpMkLst>
        </pc:cxnChg>
        <pc:cxnChg chg="del">
          <ac:chgData name="Demelza Pilgrim" userId="9b1f39d4-236b-4377-9a8d-dccbd2a774dd" providerId="ADAL" clId="{13CA71AB-382B-4B5B-8955-9E613FBA33A1}" dt="2025-08-15T13:56:41.878" v="1107" actId="478"/>
          <ac:cxnSpMkLst>
            <pc:docMk/>
            <pc:sldMk cId="2680208371" sldId="504"/>
            <ac:cxnSpMk id="7" creationId="{00000000-0000-0000-0000-000000000000}"/>
          </ac:cxnSpMkLst>
        </pc:cxnChg>
        <pc:cxnChg chg="del">
          <ac:chgData name="Demelza Pilgrim" userId="9b1f39d4-236b-4377-9a8d-dccbd2a774dd" providerId="ADAL" clId="{13CA71AB-382B-4B5B-8955-9E613FBA33A1}" dt="2025-08-15T13:56:45.270" v="1108" actId="478"/>
          <ac:cxnSpMkLst>
            <pc:docMk/>
            <pc:sldMk cId="2680208371" sldId="504"/>
            <ac:cxnSpMk id="8" creationId="{00000000-0000-0000-0000-000000000000}"/>
          </ac:cxnSpMkLst>
        </pc:cxnChg>
      </pc:sldChg>
      <pc:sldChg chg="delSp modSp add del mod">
        <pc:chgData name="Demelza Pilgrim" userId="9b1f39d4-236b-4377-9a8d-dccbd2a774dd" providerId="ADAL" clId="{13CA71AB-382B-4B5B-8955-9E613FBA33A1}" dt="2025-08-15T13:57:52.210" v="1125" actId="47"/>
        <pc:sldMkLst>
          <pc:docMk/>
          <pc:sldMk cId="1795327902" sldId="506"/>
        </pc:sldMkLst>
        <pc:spChg chg="mod">
          <ac:chgData name="Demelza Pilgrim" userId="9b1f39d4-236b-4377-9a8d-dccbd2a774dd" providerId="ADAL" clId="{13CA71AB-382B-4B5B-8955-9E613FBA33A1}" dt="2025-08-15T13:50:11.370" v="914" actId="108"/>
          <ac:spMkLst>
            <pc:docMk/>
            <pc:sldMk cId="1795327902" sldId="506"/>
            <ac:spMk id="2" creationId="{00000000-0000-0000-0000-000000000000}"/>
          </ac:spMkLst>
        </pc:spChg>
        <pc:spChg chg="mod">
          <ac:chgData name="Demelza Pilgrim" userId="9b1f39d4-236b-4377-9a8d-dccbd2a774dd" providerId="ADAL" clId="{13CA71AB-382B-4B5B-8955-9E613FBA33A1}" dt="2025-08-15T13:56:58.940" v="1109" actId="21"/>
          <ac:spMkLst>
            <pc:docMk/>
            <pc:sldMk cId="1795327902" sldId="506"/>
            <ac:spMk id="9" creationId="{00000000-0000-0000-0000-000000000000}"/>
          </ac:spMkLst>
        </pc:spChg>
        <pc:picChg chg="del">
          <ac:chgData name="Demelza Pilgrim" userId="9b1f39d4-236b-4377-9a8d-dccbd2a774dd" providerId="ADAL" clId="{13CA71AB-382B-4B5B-8955-9E613FBA33A1}" dt="2025-08-15T13:57:07.428" v="1110" actId="21"/>
          <ac:picMkLst>
            <pc:docMk/>
            <pc:sldMk cId="1795327902" sldId="506"/>
            <ac:picMk id="5" creationId="{00000000-0000-0000-0000-000000000000}"/>
          </ac:picMkLst>
        </pc:picChg>
      </pc:sldChg>
      <pc:sldChg chg="modSp add del mod">
        <pc:chgData name="Demelza Pilgrim" userId="9b1f39d4-236b-4377-9a8d-dccbd2a774dd" providerId="ADAL" clId="{13CA71AB-382B-4B5B-8955-9E613FBA33A1}" dt="2025-08-15T13:58:14.184" v="1128" actId="47"/>
        <pc:sldMkLst>
          <pc:docMk/>
          <pc:sldMk cId="696876474" sldId="510"/>
        </pc:sldMkLst>
        <pc:spChg chg="mod">
          <ac:chgData name="Demelza Pilgrim" userId="9b1f39d4-236b-4377-9a8d-dccbd2a774dd" providerId="ADAL" clId="{13CA71AB-382B-4B5B-8955-9E613FBA33A1}" dt="2025-08-15T13:50:22.154" v="916" actId="108"/>
          <ac:spMkLst>
            <pc:docMk/>
            <pc:sldMk cId="696876474" sldId="510"/>
            <ac:spMk id="2" creationId="{00000000-0000-0000-0000-000000000000}"/>
          </ac:spMkLst>
        </pc:spChg>
      </pc:sldChg>
      <pc:sldChg chg="modSp add del mod">
        <pc:chgData name="Demelza Pilgrim" userId="9b1f39d4-236b-4377-9a8d-dccbd2a774dd" providerId="ADAL" clId="{13CA71AB-382B-4B5B-8955-9E613FBA33A1}" dt="2025-08-15T13:58:33.579" v="1132" actId="47"/>
        <pc:sldMkLst>
          <pc:docMk/>
          <pc:sldMk cId="3867333216" sldId="511"/>
        </pc:sldMkLst>
        <pc:spChg chg="mod">
          <ac:chgData name="Demelza Pilgrim" userId="9b1f39d4-236b-4377-9a8d-dccbd2a774dd" providerId="ADAL" clId="{13CA71AB-382B-4B5B-8955-9E613FBA33A1}" dt="2025-08-15T13:50:26.537" v="917" actId="108"/>
          <ac:spMkLst>
            <pc:docMk/>
            <pc:sldMk cId="3867333216" sldId="511"/>
            <ac:spMk id="2" creationId="{00000000-0000-0000-0000-000000000000}"/>
          </ac:spMkLst>
        </pc:spChg>
      </pc:sldChg>
      <pc:sldChg chg="modSp add del mod">
        <pc:chgData name="Demelza Pilgrim" userId="9b1f39d4-236b-4377-9a8d-dccbd2a774dd" providerId="ADAL" clId="{13CA71AB-382B-4B5B-8955-9E613FBA33A1}" dt="2025-08-15T13:58:29.744" v="1131" actId="47"/>
        <pc:sldMkLst>
          <pc:docMk/>
          <pc:sldMk cId="1255991141" sldId="512"/>
        </pc:sldMkLst>
        <pc:spChg chg="mod">
          <ac:chgData name="Demelza Pilgrim" userId="9b1f39d4-236b-4377-9a8d-dccbd2a774dd" providerId="ADAL" clId="{13CA71AB-382B-4B5B-8955-9E613FBA33A1}" dt="2025-08-15T13:50:30.838" v="918" actId="108"/>
          <ac:spMkLst>
            <pc:docMk/>
            <pc:sldMk cId="1255991141" sldId="512"/>
            <ac:spMk id="2" creationId="{00000000-0000-0000-0000-000000000000}"/>
          </ac:spMkLst>
        </pc:spChg>
      </pc:sldChg>
      <pc:sldChg chg="modSp add del mod">
        <pc:chgData name="Demelza Pilgrim" userId="9b1f39d4-236b-4377-9a8d-dccbd2a774dd" providerId="ADAL" clId="{13CA71AB-382B-4B5B-8955-9E613FBA33A1}" dt="2025-08-15T13:58:28.821" v="1130" actId="47"/>
        <pc:sldMkLst>
          <pc:docMk/>
          <pc:sldMk cId="3988721198" sldId="513"/>
        </pc:sldMkLst>
        <pc:spChg chg="mod">
          <ac:chgData name="Demelza Pilgrim" userId="9b1f39d4-236b-4377-9a8d-dccbd2a774dd" providerId="ADAL" clId="{13CA71AB-382B-4B5B-8955-9E613FBA33A1}" dt="2025-08-15T13:50:35.207" v="919" actId="108"/>
          <ac:spMkLst>
            <pc:docMk/>
            <pc:sldMk cId="3988721198" sldId="513"/>
            <ac:spMk id="2" creationId="{00000000-0000-0000-0000-000000000000}"/>
          </ac:spMkLst>
        </pc:spChg>
      </pc:sldChg>
      <pc:sldChg chg="add del">
        <pc:chgData name="Demelza Pilgrim" userId="9b1f39d4-236b-4377-9a8d-dccbd2a774dd" providerId="ADAL" clId="{13CA71AB-382B-4B5B-8955-9E613FBA33A1}" dt="2025-08-15T13:58:53.354" v="1134" actId="47"/>
        <pc:sldMkLst>
          <pc:docMk/>
          <pc:sldMk cId="3957107989" sldId="514"/>
        </pc:sldMkLst>
      </pc:sldChg>
      <pc:sldChg chg="add del">
        <pc:chgData name="Demelza Pilgrim" userId="9b1f39d4-236b-4377-9a8d-dccbd2a774dd" providerId="ADAL" clId="{13CA71AB-382B-4B5B-8955-9E613FBA33A1}" dt="2025-08-15T13:58:28.075" v="1129" actId="47"/>
        <pc:sldMkLst>
          <pc:docMk/>
          <pc:sldMk cId="1091668346" sldId="515"/>
        </pc:sldMkLst>
      </pc:sldChg>
      <pc:sldChg chg="addSp modSp add mod modAnim">
        <pc:chgData name="Demelza Pilgrim" userId="9b1f39d4-236b-4377-9a8d-dccbd2a774dd" providerId="ADAL" clId="{13CA71AB-382B-4B5B-8955-9E613FBA33A1}" dt="2025-08-15T14:02:46.219" v="1176" actId="20577"/>
        <pc:sldMkLst>
          <pc:docMk/>
          <pc:sldMk cId="1397767705" sldId="516"/>
        </pc:sldMkLst>
        <pc:spChg chg="mod">
          <ac:chgData name="Demelza Pilgrim" userId="9b1f39d4-236b-4377-9a8d-dccbd2a774dd" providerId="ADAL" clId="{13CA71AB-382B-4B5B-8955-9E613FBA33A1}" dt="2025-08-15T13:58:46.502" v="1133" actId="108"/>
          <ac:spMkLst>
            <pc:docMk/>
            <pc:sldMk cId="1397767705" sldId="516"/>
            <ac:spMk id="2" creationId="{00000000-0000-0000-0000-000000000000}"/>
          </ac:spMkLst>
        </pc:spChg>
        <pc:spChg chg="mod">
          <ac:chgData name="Demelza Pilgrim" userId="9b1f39d4-236b-4377-9a8d-dccbd2a774dd" providerId="ADAL" clId="{13CA71AB-382B-4B5B-8955-9E613FBA33A1}" dt="2025-08-15T14:02:46.219" v="1176" actId="20577"/>
          <ac:spMkLst>
            <pc:docMk/>
            <pc:sldMk cId="1397767705" sldId="516"/>
            <ac:spMk id="3" creationId="{00000000-0000-0000-0000-000000000000}"/>
          </ac:spMkLst>
        </pc:spChg>
        <pc:spChg chg="add mod">
          <ac:chgData name="Demelza Pilgrim" userId="9b1f39d4-236b-4377-9a8d-dccbd2a774dd" providerId="ADAL" clId="{13CA71AB-382B-4B5B-8955-9E613FBA33A1}" dt="2025-08-15T13:59:31.209" v="1143" actId="1038"/>
          <ac:spMkLst>
            <pc:docMk/>
            <pc:sldMk cId="1397767705" sldId="516"/>
            <ac:spMk id="4" creationId="{DBB470A4-4410-0AB7-8795-37739A6A2BF7}"/>
          </ac:spMkLst>
        </pc:spChg>
      </pc:sldChg>
      <pc:sldChg chg="modSp add mod">
        <pc:chgData name="Demelza Pilgrim" userId="9b1f39d4-236b-4377-9a8d-dccbd2a774dd" providerId="ADAL" clId="{13CA71AB-382B-4B5B-8955-9E613FBA33A1}" dt="2025-08-15T14:06:52.663" v="1245" actId="14100"/>
        <pc:sldMkLst>
          <pc:docMk/>
          <pc:sldMk cId="2744402225" sldId="518"/>
        </pc:sldMkLst>
        <pc:spChg chg="mod">
          <ac:chgData name="Demelza Pilgrim" userId="9b1f39d4-236b-4377-9a8d-dccbd2a774dd" providerId="ADAL" clId="{13CA71AB-382B-4B5B-8955-9E613FBA33A1}" dt="2025-08-15T14:06:10.739" v="1244" actId="108"/>
          <ac:spMkLst>
            <pc:docMk/>
            <pc:sldMk cId="2744402225" sldId="518"/>
            <ac:spMk id="2" creationId="{00000000-0000-0000-0000-000000000000}"/>
          </ac:spMkLst>
        </pc:spChg>
        <pc:spChg chg="mod">
          <ac:chgData name="Demelza Pilgrim" userId="9b1f39d4-236b-4377-9a8d-dccbd2a774dd" providerId="ADAL" clId="{13CA71AB-382B-4B5B-8955-9E613FBA33A1}" dt="2025-08-15T14:06:52.663" v="1245" actId="14100"/>
          <ac:spMkLst>
            <pc:docMk/>
            <pc:sldMk cId="2744402225" sldId="518"/>
            <ac:spMk id="3" creationId="{00000000-0000-0000-0000-000000000000}"/>
          </ac:spMkLst>
        </pc:spChg>
      </pc:sldChg>
      <pc:sldChg chg="modSp mod modNotesTx">
        <pc:chgData name="Demelza Pilgrim" userId="9b1f39d4-236b-4377-9a8d-dccbd2a774dd" providerId="ADAL" clId="{13CA71AB-382B-4B5B-8955-9E613FBA33A1}" dt="2025-08-15T13:43:57.226" v="870" actId="20577"/>
        <pc:sldMkLst>
          <pc:docMk/>
          <pc:sldMk cId="324172787" sldId="522"/>
        </pc:sldMkLst>
        <pc:spChg chg="mod">
          <ac:chgData name="Demelza Pilgrim" userId="9b1f39d4-236b-4377-9a8d-dccbd2a774dd" providerId="ADAL" clId="{13CA71AB-382B-4B5B-8955-9E613FBA33A1}" dt="2025-08-15T13:43:09.940" v="794" actId="20577"/>
          <ac:spMkLst>
            <pc:docMk/>
            <pc:sldMk cId="324172787" sldId="522"/>
            <ac:spMk id="2" creationId="{00000000-0000-0000-0000-000000000000}"/>
          </ac:spMkLst>
        </pc:spChg>
      </pc:sldChg>
      <pc:sldChg chg="del">
        <pc:chgData name="Demelza Pilgrim" userId="9b1f39d4-236b-4377-9a8d-dccbd2a774dd" providerId="ADAL" clId="{13CA71AB-382B-4B5B-8955-9E613FBA33A1}" dt="2025-08-15T14:43:38.951" v="1300" actId="47"/>
        <pc:sldMkLst>
          <pc:docMk/>
          <pc:sldMk cId="677861207" sldId="523"/>
        </pc:sldMkLst>
      </pc:sldChg>
      <pc:sldChg chg="del">
        <pc:chgData name="Demelza Pilgrim" userId="9b1f39d4-236b-4377-9a8d-dccbd2a774dd" providerId="ADAL" clId="{13CA71AB-382B-4B5B-8955-9E613FBA33A1}" dt="2025-08-15T14:43:38.951" v="1300" actId="47"/>
        <pc:sldMkLst>
          <pc:docMk/>
          <pc:sldMk cId="2002467315" sldId="524"/>
        </pc:sldMkLst>
      </pc:sldChg>
      <pc:sldChg chg="del">
        <pc:chgData name="Demelza Pilgrim" userId="9b1f39d4-236b-4377-9a8d-dccbd2a774dd" providerId="ADAL" clId="{13CA71AB-382B-4B5B-8955-9E613FBA33A1}" dt="2025-08-15T14:43:38.951" v="1300" actId="47"/>
        <pc:sldMkLst>
          <pc:docMk/>
          <pc:sldMk cId="1104646490" sldId="525"/>
        </pc:sldMkLst>
      </pc:sldChg>
      <pc:sldChg chg="del">
        <pc:chgData name="Demelza Pilgrim" userId="9b1f39d4-236b-4377-9a8d-dccbd2a774dd" providerId="ADAL" clId="{13CA71AB-382B-4B5B-8955-9E613FBA33A1}" dt="2025-08-15T14:43:38.951" v="1300" actId="47"/>
        <pc:sldMkLst>
          <pc:docMk/>
          <pc:sldMk cId="1240405643" sldId="526"/>
        </pc:sldMkLst>
      </pc:sldChg>
      <pc:sldChg chg="del">
        <pc:chgData name="Demelza Pilgrim" userId="9b1f39d4-236b-4377-9a8d-dccbd2a774dd" providerId="ADAL" clId="{13CA71AB-382B-4B5B-8955-9E613FBA33A1}" dt="2025-08-15T14:43:38.951" v="1300" actId="47"/>
        <pc:sldMkLst>
          <pc:docMk/>
          <pc:sldMk cId="3611102624" sldId="527"/>
        </pc:sldMkLst>
      </pc:sldChg>
      <pc:sldChg chg="addSp modSp mod">
        <pc:chgData name="Demelza Pilgrim" userId="9b1f39d4-236b-4377-9a8d-dccbd2a774dd" providerId="ADAL" clId="{13CA71AB-382B-4B5B-8955-9E613FBA33A1}" dt="2025-08-15T13:45:51.644" v="882" actId="14100"/>
        <pc:sldMkLst>
          <pc:docMk/>
          <pc:sldMk cId="1231200281" sldId="528"/>
        </pc:sldMkLst>
        <pc:cxnChg chg="add mod">
          <ac:chgData name="Demelza Pilgrim" userId="9b1f39d4-236b-4377-9a8d-dccbd2a774dd" providerId="ADAL" clId="{13CA71AB-382B-4B5B-8955-9E613FBA33A1}" dt="2025-08-15T13:45:51.644" v="882" actId="14100"/>
          <ac:cxnSpMkLst>
            <pc:docMk/>
            <pc:sldMk cId="1231200281" sldId="528"/>
            <ac:cxnSpMk id="6" creationId="{F9301C74-41EC-ADC1-DAFD-3C37616E8590}"/>
          </ac:cxnSpMkLst>
        </pc:cxnChg>
        <pc:cxnChg chg="add mod">
          <ac:chgData name="Demelza Pilgrim" userId="9b1f39d4-236b-4377-9a8d-dccbd2a774dd" providerId="ADAL" clId="{13CA71AB-382B-4B5B-8955-9E613FBA33A1}" dt="2025-08-15T13:45:44.755" v="881" actId="14100"/>
          <ac:cxnSpMkLst>
            <pc:docMk/>
            <pc:sldMk cId="1231200281" sldId="528"/>
            <ac:cxnSpMk id="7" creationId="{099507B2-37D8-BA54-9B53-85ACC741D22C}"/>
          </ac:cxnSpMkLst>
        </pc:cxnChg>
        <pc:cxnChg chg="add mod">
          <ac:chgData name="Demelza Pilgrim" userId="9b1f39d4-236b-4377-9a8d-dccbd2a774dd" providerId="ADAL" clId="{13CA71AB-382B-4B5B-8955-9E613FBA33A1}" dt="2025-08-15T13:45:39.937" v="880" actId="14100"/>
          <ac:cxnSpMkLst>
            <pc:docMk/>
            <pc:sldMk cId="1231200281" sldId="528"/>
            <ac:cxnSpMk id="11" creationId="{59E29FE1-C688-DA0E-C904-2116410F2F60}"/>
          </ac:cxnSpMkLst>
        </pc:cxnChg>
      </pc:sldChg>
      <pc:sldChg chg="modSp mod">
        <pc:chgData name="Demelza Pilgrim" userId="9b1f39d4-236b-4377-9a8d-dccbd2a774dd" providerId="ADAL" clId="{13CA71AB-382B-4B5B-8955-9E613FBA33A1}" dt="2025-08-15T13:47:39.520" v="905" actId="27636"/>
        <pc:sldMkLst>
          <pc:docMk/>
          <pc:sldMk cId="1611537765" sldId="532"/>
        </pc:sldMkLst>
        <pc:spChg chg="mod">
          <ac:chgData name="Demelza Pilgrim" userId="9b1f39d4-236b-4377-9a8d-dccbd2a774dd" providerId="ADAL" clId="{13CA71AB-382B-4B5B-8955-9E613FBA33A1}" dt="2025-08-15T13:47:39.520" v="905" actId="27636"/>
          <ac:spMkLst>
            <pc:docMk/>
            <pc:sldMk cId="1611537765" sldId="532"/>
            <ac:spMk id="3" creationId="{00000000-0000-0000-0000-000000000000}"/>
          </ac:spMkLst>
        </pc:spChg>
        <pc:spChg chg="mod">
          <ac:chgData name="Demelza Pilgrim" userId="9b1f39d4-236b-4377-9a8d-dccbd2a774dd" providerId="ADAL" clId="{13CA71AB-382B-4B5B-8955-9E613FBA33A1}" dt="2025-08-15T13:47:26.155" v="901" actId="1036"/>
          <ac:spMkLst>
            <pc:docMk/>
            <pc:sldMk cId="1611537765" sldId="532"/>
            <ac:spMk id="6" creationId="{2996E789-0772-7C9B-230C-AD014F988AB5}"/>
          </ac:spMkLst>
        </pc:spChg>
      </pc:sldChg>
      <pc:sldChg chg="modSp mod">
        <pc:chgData name="Demelza Pilgrim" userId="9b1f39d4-236b-4377-9a8d-dccbd2a774dd" providerId="ADAL" clId="{13CA71AB-382B-4B5B-8955-9E613FBA33A1}" dt="2025-08-15T13:42:20.185" v="771" actId="6549"/>
        <pc:sldMkLst>
          <pc:docMk/>
          <pc:sldMk cId="1144184481" sldId="533"/>
        </pc:sldMkLst>
        <pc:spChg chg="mod">
          <ac:chgData name="Demelza Pilgrim" userId="9b1f39d4-236b-4377-9a8d-dccbd2a774dd" providerId="ADAL" clId="{13CA71AB-382B-4B5B-8955-9E613FBA33A1}" dt="2025-08-15T13:42:20.185" v="771" actId="6549"/>
          <ac:spMkLst>
            <pc:docMk/>
            <pc:sldMk cId="1144184481" sldId="533"/>
            <ac:spMk id="2" creationId="{00000000-0000-0000-0000-000000000000}"/>
          </ac:spMkLst>
        </pc:spChg>
      </pc:sldChg>
      <pc:sldChg chg="del">
        <pc:chgData name="Demelza Pilgrim" userId="9b1f39d4-236b-4377-9a8d-dccbd2a774dd" providerId="ADAL" clId="{13CA71AB-382B-4B5B-8955-9E613FBA33A1}" dt="2025-08-15T13:48:07.640" v="906" actId="47"/>
        <pc:sldMkLst>
          <pc:docMk/>
          <pc:sldMk cId="1044383950" sldId="534"/>
        </pc:sldMkLst>
      </pc:sldChg>
      <pc:sldChg chg="del">
        <pc:chgData name="Demelza Pilgrim" userId="9b1f39d4-236b-4377-9a8d-dccbd2a774dd" providerId="ADAL" clId="{13CA71AB-382B-4B5B-8955-9E613FBA33A1}" dt="2025-08-15T13:48:09.412" v="907" actId="47"/>
        <pc:sldMkLst>
          <pc:docMk/>
          <pc:sldMk cId="444491055" sldId="535"/>
        </pc:sldMkLst>
      </pc:sldChg>
      <pc:sldChg chg="del">
        <pc:chgData name="Demelza Pilgrim" userId="9b1f39d4-236b-4377-9a8d-dccbd2a774dd" providerId="ADAL" clId="{13CA71AB-382B-4B5B-8955-9E613FBA33A1}" dt="2025-08-15T13:48:11.219" v="908" actId="47"/>
        <pc:sldMkLst>
          <pc:docMk/>
          <pc:sldMk cId="3859482498" sldId="536"/>
        </pc:sldMkLst>
      </pc:sldChg>
      <pc:sldChg chg="del">
        <pc:chgData name="Demelza Pilgrim" userId="9b1f39d4-236b-4377-9a8d-dccbd2a774dd" providerId="ADAL" clId="{13CA71AB-382B-4B5B-8955-9E613FBA33A1}" dt="2025-08-15T14:43:38.951" v="1300" actId="47"/>
        <pc:sldMkLst>
          <pc:docMk/>
          <pc:sldMk cId="1076401098" sldId="537"/>
        </pc:sldMkLst>
      </pc:sldChg>
      <pc:sldChg chg="del">
        <pc:chgData name="Demelza Pilgrim" userId="9b1f39d4-236b-4377-9a8d-dccbd2a774dd" providerId="ADAL" clId="{13CA71AB-382B-4B5B-8955-9E613FBA33A1}" dt="2025-08-15T14:43:38.951" v="1300" actId="47"/>
        <pc:sldMkLst>
          <pc:docMk/>
          <pc:sldMk cId="1430065777" sldId="538"/>
        </pc:sldMkLst>
      </pc:sldChg>
      <pc:sldChg chg="del">
        <pc:chgData name="Demelza Pilgrim" userId="9b1f39d4-236b-4377-9a8d-dccbd2a774dd" providerId="ADAL" clId="{13CA71AB-382B-4B5B-8955-9E613FBA33A1}" dt="2025-08-15T14:43:38.951" v="1300" actId="47"/>
        <pc:sldMkLst>
          <pc:docMk/>
          <pc:sldMk cId="12700339" sldId="539"/>
        </pc:sldMkLst>
      </pc:sldChg>
      <pc:sldChg chg="del">
        <pc:chgData name="Demelza Pilgrim" userId="9b1f39d4-236b-4377-9a8d-dccbd2a774dd" providerId="ADAL" clId="{13CA71AB-382B-4B5B-8955-9E613FBA33A1}" dt="2025-08-15T14:43:38.951" v="1300" actId="47"/>
        <pc:sldMkLst>
          <pc:docMk/>
          <pc:sldMk cId="65801634" sldId="540"/>
        </pc:sldMkLst>
      </pc:sldChg>
      <pc:sldChg chg="del">
        <pc:chgData name="Demelza Pilgrim" userId="9b1f39d4-236b-4377-9a8d-dccbd2a774dd" providerId="ADAL" clId="{13CA71AB-382B-4B5B-8955-9E613FBA33A1}" dt="2025-08-15T14:43:38.951" v="1300" actId="47"/>
        <pc:sldMkLst>
          <pc:docMk/>
          <pc:sldMk cId="3779783049" sldId="542"/>
        </pc:sldMkLst>
      </pc:sldChg>
      <pc:sldChg chg="del">
        <pc:chgData name="Demelza Pilgrim" userId="9b1f39d4-236b-4377-9a8d-dccbd2a774dd" providerId="ADAL" clId="{13CA71AB-382B-4B5B-8955-9E613FBA33A1}" dt="2025-08-15T14:43:38.951" v="1300" actId="47"/>
        <pc:sldMkLst>
          <pc:docMk/>
          <pc:sldMk cId="1024029375" sldId="543"/>
        </pc:sldMkLst>
      </pc:sldChg>
      <pc:sldChg chg="del">
        <pc:chgData name="Demelza Pilgrim" userId="9b1f39d4-236b-4377-9a8d-dccbd2a774dd" providerId="ADAL" clId="{13CA71AB-382B-4B5B-8955-9E613FBA33A1}" dt="2025-08-15T14:43:38.951" v="1300" actId="47"/>
        <pc:sldMkLst>
          <pc:docMk/>
          <pc:sldMk cId="748273523" sldId="544"/>
        </pc:sldMkLst>
      </pc:sldChg>
      <pc:sldChg chg="del">
        <pc:chgData name="Demelza Pilgrim" userId="9b1f39d4-236b-4377-9a8d-dccbd2a774dd" providerId="ADAL" clId="{13CA71AB-382B-4B5B-8955-9E613FBA33A1}" dt="2025-08-15T14:43:38.951" v="1300" actId="47"/>
        <pc:sldMkLst>
          <pc:docMk/>
          <pc:sldMk cId="3920029023" sldId="545"/>
        </pc:sldMkLst>
      </pc:sldChg>
      <pc:sldChg chg="del">
        <pc:chgData name="Demelza Pilgrim" userId="9b1f39d4-236b-4377-9a8d-dccbd2a774dd" providerId="ADAL" clId="{13CA71AB-382B-4B5B-8955-9E613FBA33A1}" dt="2025-08-15T14:43:41.294" v="1301" actId="47"/>
        <pc:sldMkLst>
          <pc:docMk/>
          <pc:sldMk cId="479471324" sldId="546"/>
        </pc:sldMkLst>
      </pc:sldChg>
      <pc:sldChg chg="delSp modSp mod delAnim modAnim">
        <pc:chgData name="Demelza Pilgrim" userId="9b1f39d4-236b-4377-9a8d-dccbd2a774dd" providerId="ADAL" clId="{13CA71AB-382B-4B5B-8955-9E613FBA33A1}" dt="2025-08-15T13:24:04.011" v="705" actId="108"/>
        <pc:sldMkLst>
          <pc:docMk/>
          <pc:sldMk cId="2791988113" sldId="547"/>
        </pc:sldMkLst>
        <pc:spChg chg="mod">
          <ac:chgData name="Demelza Pilgrim" userId="9b1f39d4-236b-4377-9a8d-dccbd2a774dd" providerId="ADAL" clId="{13CA71AB-382B-4B5B-8955-9E613FBA33A1}" dt="2025-08-15T13:21:31.614" v="647" actId="5793"/>
          <ac:spMkLst>
            <pc:docMk/>
            <pc:sldMk cId="2791988113" sldId="547"/>
            <ac:spMk id="2" creationId="{00000000-0000-0000-0000-000000000000}"/>
          </ac:spMkLst>
        </pc:spChg>
        <pc:spChg chg="mod">
          <ac:chgData name="Demelza Pilgrim" userId="9b1f39d4-236b-4377-9a8d-dccbd2a774dd" providerId="ADAL" clId="{13CA71AB-382B-4B5B-8955-9E613FBA33A1}" dt="2025-08-15T13:21:49.552" v="653" actId="27636"/>
          <ac:spMkLst>
            <pc:docMk/>
            <pc:sldMk cId="2791988113" sldId="547"/>
            <ac:spMk id="3" creationId="{00000000-0000-0000-0000-000000000000}"/>
          </ac:spMkLst>
        </pc:spChg>
        <pc:spChg chg="del">
          <ac:chgData name="Demelza Pilgrim" userId="9b1f39d4-236b-4377-9a8d-dccbd2a774dd" providerId="ADAL" clId="{13CA71AB-382B-4B5B-8955-9E613FBA33A1}" dt="2025-08-15T13:21:56.455" v="654" actId="478"/>
          <ac:spMkLst>
            <pc:docMk/>
            <pc:sldMk cId="2791988113" sldId="547"/>
            <ac:spMk id="7" creationId="{42C39B90-441B-97F8-2B63-51E59DE34695}"/>
          </ac:spMkLst>
        </pc:spChg>
        <pc:spChg chg="mod">
          <ac:chgData name="Demelza Pilgrim" userId="9b1f39d4-236b-4377-9a8d-dccbd2a774dd" providerId="ADAL" clId="{13CA71AB-382B-4B5B-8955-9E613FBA33A1}" dt="2025-08-15T13:22:23.245" v="666" actId="1076"/>
          <ac:spMkLst>
            <pc:docMk/>
            <pc:sldMk cId="2791988113" sldId="547"/>
            <ac:spMk id="9" creationId="{34DAE425-3BE7-6A72-F4B3-AA05F6A17D64}"/>
          </ac:spMkLst>
        </pc:spChg>
        <pc:spChg chg="mod">
          <ac:chgData name="Demelza Pilgrim" userId="9b1f39d4-236b-4377-9a8d-dccbd2a774dd" providerId="ADAL" clId="{13CA71AB-382B-4B5B-8955-9E613FBA33A1}" dt="2025-08-15T13:24:04.011" v="705" actId="108"/>
          <ac:spMkLst>
            <pc:docMk/>
            <pc:sldMk cId="2791988113" sldId="547"/>
            <ac:spMk id="12" creationId="{D3BC05C4-7E00-C3C0-304B-AB2C898D10D1}"/>
          </ac:spMkLst>
        </pc:spChg>
        <pc:spChg chg="mod">
          <ac:chgData name="Demelza Pilgrim" userId="9b1f39d4-236b-4377-9a8d-dccbd2a774dd" providerId="ADAL" clId="{13CA71AB-382B-4B5B-8955-9E613FBA33A1}" dt="2025-08-15T13:22:03.488" v="664" actId="1035"/>
          <ac:spMkLst>
            <pc:docMk/>
            <pc:sldMk cId="2791988113" sldId="547"/>
            <ac:spMk id="15" creationId="{2F503530-CB4D-D500-5A1B-F89E35B239B9}"/>
          </ac:spMkLst>
        </pc:spChg>
      </pc:sldChg>
      <pc:sldChg chg="modSp add del mod">
        <pc:chgData name="Demelza Pilgrim" userId="9b1f39d4-236b-4377-9a8d-dccbd2a774dd" providerId="ADAL" clId="{13CA71AB-382B-4B5B-8955-9E613FBA33A1}" dt="2025-08-15T14:43:00.353" v="1266" actId="47"/>
        <pc:sldMkLst>
          <pc:docMk/>
          <pc:sldMk cId="3138774001" sldId="650"/>
        </pc:sldMkLst>
        <pc:spChg chg="mod">
          <ac:chgData name="Demelza Pilgrim" userId="9b1f39d4-236b-4377-9a8d-dccbd2a774dd" providerId="ADAL" clId="{13CA71AB-382B-4B5B-8955-9E613FBA33A1}" dt="2025-08-15T13:05:32.407" v="74" actId="27636"/>
          <ac:spMkLst>
            <pc:docMk/>
            <pc:sldMk cId="3138774001" sldId="650"/>
            <ac:spMk id="13319" creationId="{2F05CE75-A456-5D93-6E87-C28B14245456}"/>
          </ac:spMkLst>
        </pc:spChg>
      </pc:sldChg>
      <pc:sldChg chg="modSp add mod">
        <pc:chgData name="Demelza Pilgrim" userId="9b1f39d4-236b-4377-9a8d-dccbd2a774dd" providerId="ADAL" clId="{13CA71AB-382B-4B5B-8955-9E613FBA33A1}" dt="2025-08-15T13:20:39.615" v="641" actId="108"/>
        <pc:sldMkLst>
          <pc:docMk/>
          <pc:sldMk cId="1095473406" sldId="651"/>
        </pc:sldMkLst>
        <pc:spChg chg="mod">
          <ac:chgData name="Demelza Pilgrim" userId="9b1f39d4-236b-4377-9a8d-dccbd2a774dd" providerId="ADAL" clId="{13CA71AB-382B-4B5B-8955-9E613FBA33A1}" dt="2025-08-15T13:20:39.615" v="641" actId="108"/>
          <ac:spMkLst>
            <pc:docMk/>
            <pc:sldMk cId="1095473406" sldId="651"/>
            <ac:spMk id="2" creationId="{00000000-0000-0000-0000-000000000000}"/>
          </ac:spMkLst>
        </pc:spChg>
      </pc:sldChg>
      <pc:sldChg chg="modSp add del mod">
        <pc:chgData name="Demelza Pilgrim" userId="9b1f39d4-236b-4377-9a8d-dccbd2a774dd" providerId="ADAL" clId="{13CA71AB-382B-4B5B-8955-9E613FBA33A1}" dt="2025-08-15T13:58:05.930" v="1127" actId="47"/>
        <pc:sldMkLst>
          <pc:docMk/>
          <pc:sldMk cId="2440551944" sldId="652"/>
        </pc:sldMkLst>
        <pc:spChg chg="mod">
          <ac:chgData name="Demelza Pilgrim" userId="9b1f39d4-236b-4377-9a8d-dccbd2a774dd" providerId="ADAL" clId="{13CA71AB-382B-4B5B-8955-9E613FBA33A1}" dt="2025-08-15T13:50:16.316" v="915" actId="108"/>
          <ac:spMkLst>
            <pc:docMk/>
            <pc:sldMk cId="2440551944" sldId="652"/>
            <ac:spMk id="2" creationId="{00000000-0000-0000-0000-000000000000}"/>
          </ac:spMkLst>
        </pc:spChg>
        <pc:spChg chg="mod">
          <ac:chgData name="Demelza Pilgrim" userId="9b1f39d4-236b-4377-9a8d-dccbd2a774dd" providerId="ADAL" clId="{13CA71AB-382B-4B5B-8955-9E613FBA33A1}" dt="2025-08-15T13:58:03.150" v="1126" actId="6549"/>
          <ac:spMkLst>
            <pc:docMk/>
            <pc:sldMk cId="2440551944" sldId="652"/>
            <ac:spMk id="4" creationId="{00000000-0000-0000-0000-000000000000}"/>
          </ac:spMkLst>
        </pc:spChg>
      </pc:sldChg>
      <pc:sldChg chg="modSp add mod">
        <pc:chgData name="Demelza Pilgrim" userId="9b1f39d4-236b-4377-9a8d-dccbd2a774dd" providerId="ADAL" clId="{13CA71AB-382B-4B5B-8955-9E613FBA33A1}" dt="2025-08-15T14:03:46.392" v="1177" actId="108"/>
        <pc:sldMkLst>
          <pc:docMk/>
          <pc:sldMk cId="1456600840" sldId="653"/>
        </pc:sldMkLst>
        <pc:spChg chg="mod">
          <ac:chgData name="Demelza Pilgrim" userId="9b1f39d4-236b-4377-9a8d-dccbd2a774dd" providerId="ADAL" clId="{13CA71AB-382B-4B5B-8955-9E613FBA33A1}" dt="2025-08-15T14:03:46.392" v="1177" actId="108"/>
          <ac:spMkLst>
            <pc:docMk/>
            <pc:sldMk cId="1456600840" sldId="653"/>
            <ac:spMk id="2" creationId="{5649ED0D-2719-47A1-8024-F079C5CC087D}"/>
          </ac:spMkLst>
        </pc:spChg>
      </pc:sldChg>
      <pc:sldChg chg="modSp add mod">
        <pc:chgData name="Demelza Pilgrim" userId="9b1f39d4-236b-4377-9a8d-dccbd2a774dd" providerId="ADAL" clId="{13CA71AB-382B-4B5B-8955-9E613FBA33A1}" dt="2025-08-15T14:04:07.680" v="1178" actId="108"/>
        <pc:sldMkLst>
          <pc:docMk/>
          <pc:sldMk cId="1009717245" sldId="654"/>
        </pc:sldMkLst>
        <pc:spChg chg="mod">
          <ac:chgData name="Demelza Pilgrim" userId="9b1f39d4-236b-4377-9a8d-dccbd2a774dd" providerId="ADAL" clId="{13CA71AB-382B-4B5B-8955-9E613FBA33A1}" dt="2025-08-15T14:04:07.680" v="1178" actId="108"/>
          <ac:spMkLst>
            <pc:docMk/>
            <pc:sldMk cId="1009717245" sldId="654"/>
            <ac:spMk id="2" creationId="{5649ED0D-2719-47A1-8024-F079C5CC087D}"/>
          </ac:spMkLst>
        </pc:spChg>
      </pc:sldChg>
      <pc:sldChg chg="modSp add del mod">
        <pc:chgData name="Demelza Pilgrim" userId="9b1f39d4-236b-4377-9a8d-dccbd2a774dd" providerId="ADAL" clId="{13CA71AB-382B-4B5B-8955-9E613FBA33A1}" dt="2025-08-15T14:06:04.340" v="1243" actId="47"/>
        <pc:sldMkLst>
          <pc:docMk/>
          <pc:sldMk cId="3470839015" sldId="655"/>
        </pc:sldMkLst>
        <pc:spChg chg="mod">
          <ac:chgData name="Demelza Pilgrim" userId="9b1f39d4-236b-4377-9a8d-dccbd2a774dd" providerId="ADAL" clId="{13CA71AB-382B-4B5B-8955-9E613FBA33A1}" dt="2025-08-15T14:05:27.918" v="1237" actId="14100"/>
          <ac:spMkLst>
            <pc:docMk/>
            <pc:sldMk cId="3470839015" sldId="655"/>
            <ac:spMk id="3" creationId="{57FEB7AA-A952-42CA-8A6E-BAD3E4D692D5}"/>
          </ac:spMkLst>
        </pc:spChg>
        <pc:spChg chg="mod">
          <ac:chgData name="Demelza Pilgrim" userId="9b1f39d4-236b-4377-9a8d-dccbd2a774dd" providerId="ADAL" clId="{13CA71AB-382B-4B5B-8955-9E613FBA33A1}" dt="2025-08-15T14:05:31.626" v="1238" actId="14100"/>
          <ac:spMkLst>
            <pc:docMk/>
            <pc:sldMk cId="3470839015" sldId="655"/>
            <ac:spMk id="6" creationId="{4898A9EF-9C73-4E70-BEE3-C1AAC942057A}"/>
          </ac:spMkLst>
        </pc:spChg>
      </pc:sldChg>
      <pc:sldChg chg="modSp add mod">
        <pc:chgData name="Demelza Pilgrim" userId="9b1f39d4-236b-4377-9a8d-dccbd2a774dd" providerId="ADAL" clId="{13CA71AB-382B-4B5B-8955-9E613FBA33A1}" dt="2025-08-15T14:07:41.643" v="1263" actId="20577"/>
        <pc:sldMkLst>
          <pc:docMk/>
          <pc:sldMk cId="4401153" sldId="656"/>
        </pc:sldMkLst>
        <pc:spChg chg="mod">
          <ac:chgData name="Demelza Pilgrim" userId="9b1f39d4-236b-4377-9a8d-dccbd2a774dd" providerId="ADAL" clId="{13CA71AB-382B-4B5B-8955-9E613FBA33A1}" dt="2025-08-15T14:07:41.643" v="1263" actId="20577"/>
          <ac:spMkLst>
            <pc:docMk/>
            <pc:sldMk cId="4401153" sldId="656"/>
            <ac:spMk id="2" creationId="{460B1DA3-299D-428F-852F-AFB03C2F32B6}"/>
          </ac:spMkLst>
        </pc:spChg>
      </pc:sldChg>
      <pc:sldChg chg="addSp modSp add mod modAnim">
        <pc:chgData name="Demelza Pilgrim" userId="9b1f39d4-236b-4377-9a8d-dccbd2a774dd" providerId="ADAL" clId="{13CA71AB-382B-4B5B-8955-9E613FBA33A1}" dt="2025-08-15T14:05:49.302" v="1242" actId="1076"/>
        <pc:sldMkLst>
          <pc:docMk/>
          <pc:sldMk cId="3959208522" sldId="657"/>
        </pc:sldMkLst>
        <pc:spChg chg="mod">
          <ac:chgData name="Demelza Pilgrim" userId="9b1f39d4-236b-4377-9a8d-dccbd2a774dd" providerId="ADAL" clId="{13CA71AB-382B-4B5B-8955-9E613FBA33A1}" dt="2025-08-15T14:05:09.474" v="1235" actId="6549"/>
          <ac:spMkLst>
            <pc:docMk/>
            <pc:sldMk cId="3959208522" sldId="657"/>
            <ac:spMk id="2" creationId="{36ECAD8B-4623-9A47-CD4F-9998EC1F4A2C}"/>
          </ac:spMkLst>
        </pc:spChg>
        <pc:spChg chg="add mod">
          <ac:chgData name="Demelza Pilgrim" userId="9b1f39d4-236b-4377-9a8d-dccbd2a774dd" providerId="ADAL" clId="{13CA71AB-382B-4B5B-8955-9E613FBA33A1}" dt="2025-08-15T14:04:46.173" v="1182" actId="14100"/>
          <ac:spMkLst>
            <pc:docMk/>
            <pc:sldMk cId="3959208522" sldId="657"/>
            <ac:spMk id="3" creationId="{8A2C72E6-FED7-3457-FA90-4A93EB449795}"/>
          </ac:spMkLst>
        </pc:spChg>
        <pc:spChg chg="add mod">
          <ac:chgData name="Demelza Pilgrim" userId="9b1f39d4-236b-4377-9a8d-dccbd2a774dd" providerId="ADAL" clId="{13CA71AB-382B-4B5B-8955-9E613FBA33A1}" dt="2025-08-15T14:05:44.701" v="1241" actId="14100"/>
          <ac:spMkLst>
            <pc:docMk/>
            <pc:sldMk cId="3959208522" sldId="657"/>
            <ac:spMk id="6" creationId="{8E792F85-EDA7-AB25-52A8-75B232815DF0}"/>
          </ac:spMkLst>
        </pc:spChg>
        <pc:spChg chg="add mod">
          <ac:chgData name="Demelza Pilgrim" userId="9b1f39d4-236b-4377-9a8d-dccbd2a774dd" providerId="ADAL" clId="{13CA71AB-382B-4B5B-8955-9E613FBA33A1}" dt="2025-08-15T14:05:49.302" v="1242" actId="1076"/>
          <ac:spMkLst>
            <pc:docMk/>
            <pc:sldMk cId="3959208522" sldId="657"/>
            <ac:spMk id="7" creationId="{65E4F7D4-B9FC-C84D-2E46-45E00FA08319}"/>
          </ac:spMkLst>
        </pc:spChg>
      </pc:sldChg>
      <pc:sldChg chg="modSp add mod">
        <pc:chgData name="Demelza Pilgrim" userId="9b1f39d4-236b-4377-9a8d-dccbd2a774dd" providerId="ADAL" clId="{13CA71AB-382B-4B5B-8955-9E613FBA33A1}" dt="2025-08-15T14:43:08.321" v="1274" actId="20577"/>
        <pc:sldMkLst>
          <pc:docMk/>
          <pc:sldMk cId="3728150303" sldId="658"/>
        </pc:sldMkLst>
        <pc:spChg chg="mod">
          <ac:chgData name="Demelza Pilgrim" userId="9b1f39d4-236b-4377-9a8d-dccbd2a774dd" providerId="ADAL" clId="{13CA71AB-382B-4B5B-8955-9E613FBA33A1}" dt="2025-08-15T14:43:08.321" v="1274" actId="20577"/>
          <ac:spMkLst>
            <pc:docMk/>
            <pc:sldMk cId="3728150303" sldId="658"/>
            <ac:spMk id="13319" creationId="{33C334FF-0F2D-67AF-BA04-A306BAD99D62}"/>
          </ac:spMkLst>
        </pc:spChg>
      </pc:sldChg>
      <pc:sldMasterChg chg="delSldLayout">
        <pc:chgData name="Demelza Pilgrim" userId="9b1f39d4-236b-4377-9a8d-dccbd2a774dd" providerId="ADAL" clId="{13CA71AB-382B-4B5B-8955-9E613FBA33A1}" dt="2025-08-15T14:06:04.340" v="1243" actId="47"/>
        <pc:sldMasterMkLst>
          <pc:docMk/>
          <pc:sldMasterMk cId="1101765445" sldId="2147483979"/>
        </pc:sldMasterMkLst>
        <pc:sldLayoutChg chg="del">
          <pc:chgData name="Demelza Pilgrim" userId="9b1f39d4-236b-4377-9a8d-dccbd2a774dd" providerId="ADAL" clId="{13CA71AB-382B-4B5B-8955-9E613FBA33A1}" dt="2025-08-15T13:57:52.210" v="1125" actId="47"/>
          <pc:sldLayoutMkLst>
            <pc:docMk/>
            <pc:sldMasterMk cId="1101765445" sldId="2147483979"/>
            <pc:sldLayoutMk cId="1508288021" sldId="2147484004"/>
          </pc:sldLayoutMkLst>
        </pc:sldLayoutChg>
        <pc:sldLayoutChg chg="del">
          <pc:chgData name="Demelza Pilgrim" userId="9b1f39d4-236b-4377-9a8d-dccbd2a774dd" providerId="ADAL" clId="{13CA71AB-382B-4B5B-8955-9E613FBA33A1}" dt="2025-08-15T13:58:05.930" v="1127" actId="47"/>
          <pc:sldLayoutMkLst>
            <pc:docMk/>
            <pc:sldMasterMk cId="1101765445" sldId="2147483979"/>
            <pc:sldLayoutMk cId="3676185552" sldId="2147484005"/>
          </pc:sldLayoutMkLst>
        </pc:sldLayoutChg>
        <pc:sldLayoutChg chg="del">
          <pc:chgData name="Demelza Pilgrim" userId="9b1f39d4-236b-4377-9a8d-dccbd2a774dd" providerId="ADAL" clId="{13CA71AB-382B-4B5B-8955-9E613FBA33A1}" dt="2025-08-15T13:58:14.184" v="1128" actId="47"/>
          <pc:sldLayoutMkLst>
            <pc:docMk/>
            <pc:sldMasterMk cId="1101765445" sldId="2147483979"/>
            <pc:sldLayoutMk cId="1142225296" sldId="2147484006"/>
          </pc:sldLayoutMkLst>
        </pc:sldLayoutChg>
        <pc:sldLayoutChg chg="del">
          <pc:chgData name="Demelza Pilgrim" userId="9b1f39d4-236b-4377-9a8d-dccbd2a774dd" providerId="ADAL" clId="{13CA71AB-382B-4B5B-8955-9E613FBA33A1}" dt="2025-08-15T13:58:33.579" v="1132" actId="47"/>
          <pc:sldLayoutMkLst>
            <pc:docMk/>
            <pc:sldMasterMk cId="1101765445" sldId="2147483979"/>
            <pc:sldLayoutMk cId="2864184020" sldId="2147484007"/>
          </pc:sldLayoutMkLst>
        </pc:sldLayoutChg>
        <pc:sldLayoutChg chg="del">
          <pc:chgData name="Demelza Pilgrim" userId="9b1f39d4-236b-4377-9a8d-dccbd2a774dd" providerId="ADAL" clId="{13CA71AB-382B-4B5B-8955-9E613FBA33A1}" dt="2025-08-15T13:58:29.744" v="1131" actId="47"/>
          <pc:sldLayoutMkLst>
            <pc:docMk/>
            <pc:sldMasterMk cId="1101765445" sldId="2147483979"/>
            <pc:sldLayoutMk cId="255326952" sldId="2147484008"/>
          </pc:sldLayoutMkLst>
        </pc:sldLayoutChg>
        <pc:sldLayoutChg chg="del">
          <pc:chgData name="Demelza Pilgrim" userId="9b1f39d4-236b-4377-9a8d-dccbd2a774dd" providerId="ADAL" clId="{13CA71AB-382B-4B5B-8955-9E613FBA33A1}" dt="2025-08-15T13:58:28.821" v="1130" actId="47"/>
          <pc:sldLayoutMkLst>
            <pc:docMk/>
            <pc:sldMasterMk cId="1101765445" sldId="2147483979"/>
            <pc:sldLayoutMk cId="1555730084" sldId="2147484009"/>
          </pc:sldLayoutMkLst>
        </pc:sldLayoutChg>
        <pc:sldLayoutChg chg="del">
          <pc:chgData name="Demelza Pilgrim" userId="9b1f39d4-236b-4377-9a8d-dccbd2a774dd" providerId="ADAL" clId="{13CA71AB-382B-4B5B-8955-9E613FBA33A1}" dt="2025-08-15T13:58:53.354" v="1134" actId="47"/>
          <pc:sldLayoutMkLst>
            <pc:docMk/>
            <pc:sldMasterMk cId="1101765445" sldId="2147483979"/>
            <pc:sldLayoutMk cId="2856162114" sldId="2147484010"/>
          </pc:sldLayoutMkLst>
        </pc:sldLayoutChg>
        <pc:sldLayoutChg chg="del">
          <pc:chgData name="Demelza Pilgrim" userId="9b1f39d4-236b-4377-9a8d-dccbd2a774dd" providerId="ADAL" clId="{13CA71AB-382B-4B5B-8955-9E613FBA33A1}" dt="2025-08-15T13:58:28.075" v="1129" actId="47"/>
          <pc:sldLayoutMkLst>
            <pc:docMk/>
            <pc:sldMasterMk cId="1101765445" sldId="2147483979"/>
            <pc:sldLayoutMk cId="1847260013" sldId="2147484011"/>
          </pc:sldLayoutMkLst>
        </pc:sldLayoutChg>
        <pc:sldLayoutChg chg="del">
          <pc:chgData name="Demelza Pilgrim" userId="9b1f39d4-236b-4377-9a8d-dccbd2a774dd" providerId="ADAL" clId="{13CA71AB-382B-4B5B-8955-9E613FBA33A1}" dt="2025-08-15T14:06:04.340" v="1243" actId="47"/>
          <pc:sldLayoutMkLst>
            <pc:docMk/>
            <pc:sldMasterMk cId="1101765445" sldId="2147483979"/>
            <pc:sldLayoutMk cId="212239976" sldId="2147484015"/>
          </pc:sldLayoutMkLst>
        </pc:sldLayoutChg>
      </pc:sldMaster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35D820D-3F6A-4169-933B-89B3B07AC473}" type="doc">
      <dgm:prSet loTypeId="urn:microsoft.com/office/officeart/2018/2/layout/IconVerticalSolidList" loCatId="icon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EDEBDDA8-C6BE-41AD-9C88-6DCC29B9FC6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1600" dirty="0">
              <a:latin typeface="Arial" panose="020B0604020202020204" pitchFamily="34" charset="0"/>
              <a:cs typeface="Arial" panose="020B0604020202020204" pitchFamily="34" charset="0"/>
            </a:rPr>
            <a:t>Understanding Capital Budgeting Decision Making</a:t>
          </a:r>
          <a:endParaRPr lang="en-US" sz="16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9154201-B759-466A-B062-DA0D74D8BD6C}" type="parTrans" cxnId="{B75E0ABB-BBC1-48E4-8C86-96B2B612EFF0}">
      <dgm:prSet/>
      <dgm:spPr/>
      <dgm:t>
        <a:bodyPr/>
        <a:lstStyle/>
        <a:p>
          <a:endParaRPr lang="en-US"/>
        </a:p>
      </dgm:t>
    </dgm:pt>
    <dgm:pt modelId="{70076E80-E76B-4BBC-A0F0-817393568234}" type="sibTrans" cxnId="{B75E0ABB-BBC1-48E4-8C86-96B2B612EFF0}">
      <dgm:prSet/>
      <dgm:spPr/>
      <dgm:t>
        <a:bodyPr/>
        <a:lstStyle/>
        <a:p>
          <a:endParaRPr lang="en-US"/>
        </a:p>
      </dgm:t>
    </dgm:pt>
    <dgm:pt modelId="{6FCEFAE3-8161-433C-96FD-675211A5634D}">
      <dgm:prSet custT="1"/>
      <dgm:spPr/>
      <dgm:t>
        <a:bodyPr/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>
              <a:latin typeface="Arial" panose="020B0604020202020204" pitchFamily="34" charset="0"/>
              <a:cs typeface="Arial" panose="020B0604020202020204" pitchFamily="34" charset="0"/>
            </a:rPr>
            <a:t>Consider Payback period and ARR and how they are used and calculated 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Segoe Sans"/>
            <a:ea typeface="+mn-ea"/>
            <a:cs typeface="+mn-cs"/>
          </a:endParaRPr>
        </a:p>
      </dgm:t>
    </dgm:pt>
    <dgm:pt modelId="{E86817DB-1B76-45C8-82CF-C2BE7F451B71}" type="parTrans" cxnId="{2C813CBA-5909-427A-809B-31A305DAEF20}">
      <dgm:prSet/>
      <dgm:spPr/>
      <dgm:t>
        <a:bodyPr/>
        <a:lstStyle/>
        <a:p>
          <a:endParaRPr lang="en-US"/>
        </a:p>
      </dgm:t>
    </dgm:pt>
    <dgm:pt modelId="{081FE379-0C72-4144-B3F0-AC4E41F2EAA0}" type="sibTrans" cxnId="{2C813CBA-5909-427A-809B-31A305DAEF20}">
      <dgm:prSet/>
      <dgm:spPr/>
      <dgm:t>
        <a:bodyPr/>
        <a:lstStyle/>
        <a:p>
          <a:endParaRPr lang="en-US"/>
        </a:p>
      </dgm:t>
    </dgm:pt>
    <dgm:pt modelId="{0B7FDDFD-655F-4966-93A7-ACED2D6758D8}">
      <dgm:prSet custT="1"/>
      <dgm:spPr/>
      <dgm:t>
        <a:bodyPr/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>
              <a:latin typeface="Arial" panose="020B0604020202020204" pitchFamily="34" charset="0"/>
              <a:cs typeface="Arial" panose="020B0604020202020204" pitchFamily="34" charset="0"/>
            </a:rPr>
            <a:t>Review the advantages and disadvantages of the techniques</a:t>
          </a:r>
          <a:endParaRPr lang="en-GB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Segoe Sans"/>
            <a:ea typeface="+mn-ea"/>
            <a:cs typeface="+mn-cs"/>
          </a:endParaRPr>
        </a:p>
      </dgm:t>
    </dgm:pt>
    <dgm:pt modelId="{258CD603-77CE-4064-9B6B-534C5EBBC6DC}" type="parTrans" cxnId="{9C223AC8-BE62-4707-A47E-7DBCDE2CFA92}">
      <dgm:prSet/>
      <dgm:spPr/>
      <dgm:t>
        <a:bodyPr/>
        <a:lstStyle/>
        <a:p>
          <a:endParaRPr lang="en-US"/>
        </a:p>
      </dgm:t>
    </dgm:pt>
    <dgm:pt modelId="{83F64753-43F2-43F3-80A6-21115A980F6B}" type="sibTrans" cxnId="{9C223AC8-BE62-4707-A47E-7DBCDE2CFA92}">
      <dgm:prSet/>
      <dgm:spPr/>
      <dgm:t>
        <a:bodyPr/>
        <a:lstStyle/>
        <a:p>
          <a:endParaRPr lang="en-US"/>
        </a:p>
      </dgm:t>
    </dgm:pt>
    <dgm:pt modelId="{8F3D7864-A67E-4980-8EEC-F096E4A5A33B}">
      <dgm:prSet custT="1"/>
      <dgm:spPr/>
      <dgm:t>
        <a:bodyPr/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>
              <a:latin typeface="Arial" panose="020B0604020202020204" pitchFamily="34" charset="0"/>
              <a:cs typeface="Arial" panose="020B0604020202020204" pitchFamily="34" charset="0"/>
            </a:rPr>
            <a:t>Identify four key investments appraisal techniques used in industry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Segoe Sans"/>
            <a:ea typeface="+mn-ea"/>
            <a:cs typeface="+mn-cs"/>
          </a:endParaRPr>
        </a:p>
      </dgm:t>
    </dgm:pt>
    <dgm:pt modelId="{148FEDAC-1DFF-4A8C-B751-90B79D2B38D7}" type="sibTrans" cxnId="{D3F1B6B4-CFFA-4F0C-8151-F35EFDF0B8BB}">
      <dgm:prSet/>
      <dgm:spPr/>
      <dgm:t>
        <a:bodyPr/>
        <a:lstStyle/>
        <a:p>
          <a:endParaRPr lang="en-US"/>
        </a:p>
      </dgm:t>
    </dgm:pt>
    <dgm:pt modelId="{9F1A70AA-84AE-4B3D-8E2C-3BD6C668A859}" type="parTrans" cxnId="{D3F1B6B4-CFFA-4F0C-8151-F35EFDF0B8BB}">
      <dgm:prSet/>
      <dgm:spPr/>
      <dgm:t>
        <a:bodyPr/>
        <a:lstStyle/>
        <a:p>
          <a:endParaRPr lang="en-US"/>
        </a:p>
      </dgm:t>
    </dgm:pt>
    <dgm:pt modelId="{262CDA82-1192-443A-AA18-C2D1343BD67D}" type="pres">
      <dgm:prSet presAssocID="{635D820D-3F6A-4169-933B-89B3B07AC473}" presName="root" presStyleCnt="0">
        <dgm:presLayoutVars>
          <dgm:dir/>
          <dgm:resizeHandles val="exact"/>
        </dgm:presLayoutVars>
      </dgm:prSet>
      <dgm:spPr/>
    </dgm:pt>
    <dgm:pt modelId="{103A7B21-BA1E-4E44-B158-72F7A07E09F7}" type="pres">
      <dgm:prSet presAssocID="{EDEBDDA8-C6BE-41AD-9C88-6DCC29B9FC6B}" presName="compNode" presStyleCnt="0"/>
      <dgm:spPr/>
    </dgm:pt>
    <dgm:pt modelId="{B69CCFB0-6C1F-4790-8677-D5F70B93E05D}" type="pres">
      <dgm:prSet presAssocID="{EDEBDDA8-C6BE-41AD-9C88-6DCC29B9FC6B}" presName="bgRect" presStyleLbl="bgShp" presStyleIdx="0" presStyleCnt="4"/>
      <dgm:spPr/>
    </dgm:pt>
    <dgm:pt modelId="{6AE7B6DA-DCF0-4941-B35E-FED592CAD9C7}" type="pres">
      <dgm:prSet presAssocID="{EDEBDDA8-C6BE-41AD-9C88-6DCC29B9FC6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ardroom with solid fill"/>
        </a:ext>
      </dgm:extLst>
    </dgm:pt>
    <dgm:pt modelId="{29FE1B13-E724-485C-A200-D60CBEE67033}" type="pres">
      <dgm:prSet presAssocID="{EDEBDDA8-C6BE-41AD-9C88-6DCC29B9FC6B}" presName="spaceRect" presStyleCnt="0"/>
      <dgm:spPr/>
    </dgm:pt>
    <dgm:pt modelId="{B7AF9EC2-7666-4444-BBD8-9355F2C63196}" type="pres">
      <dgm:prSet presAssocID="{EDEBDDA8-C6BE-41AD-9C88-6DCC29B9FC6B}" presName="parTx" presStyleLbl="revTx" presStyleIdx="0" presStyleCnt="4" custLinFactNeighborX="-408" custLinFactNeighborY="-10255">
        <dgm:presLayoutVars>
          <dgm:chMax val="0"/>
          <dgm:chPref val="0"/>
        </dgm:presLayoutVars>
      </dgm:prSet>
      <dgm:spPr/>
    </dgm:pt>
    <dgm:pt modelId="{D5A2CA2C-F765-4434-A84E-2FD85DAF1E86}" type="pres">
      <dgm:prSet presAssocID="{70076E80-E76B-4BBC-A0F0-817393568234}" presName="sibTrans" presStyleCnt="0"/>
      <dgm:spPr/>
    </dgm:pt>
    <dgm:pt modelId="{E514EAFE-FC11-4B3F-8013-4D4292B72485}" type="pres">
      <dgm:prSet presAssocID="{8F3D7864-A67E-4980-8EEC-F096E4A5A33B}" presName="compNode" presStyleCnt="0"/>
      <dgm:spPr/>
    </dgm:pt>
    <dgm:pt modelId="{61B30C71-B6B1-4EDB-8941-25699A6AA799}" type="pres">
      <dgm:prSet presAssocID="{8F3D7864-A67E-4980-8EEC-F096E4A5A33B}" presName="bgRect" presStyleLbl="bgShp" presStyleIdx="1" presStyleCnt="4"/>
      <dgm:spPr/>
    </dgm:pt>
    <dgm:pt modelId="{06FD45ED-93A9-4CB5-BBC6-41722BB2CC37}" type="pres">
      <dgm:prSet presAssocID="{8F3D7864-A67E-4980-8EEC-F096E4A5A33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rget Audience with solid fill"/>
        </a:ext>
      </dgm:extLst>
    </dgm:pt>
    <dgm:pt modelId="{9B4B4641-26DA-4FEC-B665-84241DB0B22C}" type="pres">
      <dgm:prSet presAssocID="{8F3D7864-A67E-4980-8EEC-F096E4A5A33B}" presName="spaceRect" presStyleCnt="0"/>
      <dgm:spPr/>
    </dgm:pt>
    <dgm:pt modelId="{48B4CC27-4AE8-44EB-98DC-4F45EE52C0EB}" type="pres">
      <dgm:prSet presAssocID="{8F3D7864-A67E-4980-8EEC-F096E4A5A33B}" presName="parTx" presStyleLbl="revTx" presStyleIdx="1" presStyleCnt="4" custLinFactNeighborX="-461" custLinFactNeighborY="-3925">
        <dgm:presLayoutVars>
          <dgm:chMax val="0"/>
          <dgm:chPref val="0"/>
        </dgm:presLayoutVars>
      </dgm:prSet>
      <dgm:spPr/>
    </dgm:pt>
    <dgm:pt modelId="{F684393D-6534-4779-B93F-403378B5349D}" type="pres">
      <dgm:prSet presAssocID="{148FEDAC-1DFF-4A8C-B751-90B79D2B38D7}" presName="sibTrans" presStyleCnt="0"/>
      <dgm:spPr/>
    </dgm:pt>
    <dgm:pt modelId="{0ED59449-DEDB-47C9-87BE-C02FF337188B}" type="pres">
      <dgm:prSet presAssocID="{6FCEFAE3-8161-433C-96FD-675211A5634D}" presName="compNode" presStyleCnt="0"/>
      <dgm:spPr/>
    </dgm:pt>
    <dgm:pt modelId="{D9483691-DD36-405D-BB66-9F59F2F1E989}" type="pres">
      <dgm:prSet presAssocID="{6FCEFAE3-8161-433C-96FD-675211A5634D}" presName="bgRect" presStyleLbl="bgShp" presStyleIdx="2" presStyleCnt="4"/>
      <dgm:spPr/>
    </dgm:pt>
    <dgm:pt modelId="{5E20F1DA-74F8-4710-885C-433C2757E97E}" type="pres">
      <dgm:prSet presAssocID="{6FCEFAE3-8161-433C-96FD-675211A5634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 network with solid fill"/>
        </a:ext>
      </dgm:extLst>
    </dgm:pt>
    <dgm:pt modelId="{1B73FCB2-5DE4-4B2F-A030-B78C1995B2EB}" type="pres">
      <dgm:prSet presAssocID="{6FCEFAE3-8161-433C-96FD-675211A5634D}" presName="spaceRect" presStyleCnt="0"/>
      <dgm:spPr/>
    </dgm:pt>
    <dgm:pt modelId="{D6AAB94E-82BD-4674-9EC8-70CF34F5480A}" type="pres">
      <dgm:prSet presAssocID="{6FCEFAE3-8161-433C-96FD-675211A5634D}" presName="parTx" presStyleLbl="revTx" presStyleIdx="2" presStyleCnt="4" custLinFactNeighborY="1826">
        <dgm:presLayoutVars>
          <dgm:chMax val="0"/>
          <dgm:chPref val="0"/>
        </dgm:presLayoutVars>
      </dgm:prSet>
      <dgm:spPr/>
    </dgm:pt>
    <dgm:pt modelId="{92BD4CB9-700E-4D5A-8EBF-0A5B80174042}" type="pres">
      <dgm:prSet presAssocID="{081FE379-0C72-4144-B3F0-AC4E41F2EAA0}" presName="sibTrans" presStyleCnt="0"/>
      <dgm:spPr/>
    </dgm:pt>
    <dgm:pt modelId="{131DC94B-195B-497B-9296-A32FBF036EC7}" type="pres">
      <dgm:prSet presAssocID="{0B7FDDFD-655F-4966-93A7-ACED2D6758D8}" presName="compNode" presStyleCnt="0"/>
      <dgm:spPr/>
    </dgm:pt>
    <dgm:pt modelId="{CF075505-E8EA-4669-BABA-401DC8E15F63}" type="pres">
      <dgm:prSet presAssocID="{0B7FDDFD-655F-4966-93A7-ACED2D6758D8}" presName="bgRect" presStyleLbl="bgShp" presStyleIdx="3" presStyleCnt="4" custLinFactNeighborX="-109" custLinFactNeighborY="7790"/>
      <dgm:spPr/>
    </dgm:pt>
    <dgm:pt modelId="{20AA3712-49CF-4236-AB50-E8F4285D1C0B}" type="pres">
      <dgm:prSet presAssocID="{0B7FDDFD-655F-4966-93A7-ACED2D6758D8}" presName="iconRect" presStyleLbl="node1" presStyleIdx="3" presStyleCnt="4" custLinFactNeighborX="-139" custLinFactNeighborY="-366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esk with solid fill"/>
        </a:ext>
      </dgm:extLst>
    </dgm:pt>
    <dgm:pt modelId="{2B860609-9F78-462C-A57A-62C3C1BEF49A}" type="pres">
      <dgm:prSet presAssocID="{0B7FDDFD-655F-4966-93A7-ACED2D6758D8}" presName="spaceRect" presStyleCnt="0"/>
      <dgm:spPr/>
    </dgm:pt>
    <dgm:pt modelId="{0AE4A487-9A78-4477-AD2C-F1EA03B28256}" type="pres">
      <dgm:prSet presAssocID="{0B7FDDFD-655F-4966-93A7-ACED2D6758D8}" presName="parTx" presStyleLbl="revTx" presStyleIdx="3" presStyleCnt="4" custScaleX="95490" custLinFactNeighborX="-1873" custLinFactNeighborY="-2251">
        <dgm:presLayoutVars>
          <dgm:chMax val="0"/>
          <dgm:chPref val="0"/>
        </dgm:presLayoutVars>
      </dgm:prSet>
      <dgm:spPr/>
    </dgm:pt>
  </dgm:ptLst>
  <dgm:cxnLst>
    <dgm:cxn modelId="{075EE424-D9B4-4E46-9665-4C6F4605B129}" type="presOf" srcId="{0B7FDDFD-655F-4966-93A7-ACED2D6758D8}" destId="{0AE4A487-9A78-4477-AD2C-F1EA03B28256}" srcOrd="0" destOrd="0" presId="urn:microsoft.com/office/officeart/2018/2/layout/IconVerticalSolidList"/>
    <dgm:cxn modelId="{0D9EBC52-F8D5-4A84-99DA-3C84F70E032E}" type="presOf" srcId="{8F3D7864-A67E-4980-8EEC-F096E4A5A33B}" destId="{48B4CC27-4AE8-44EB-98DC-4F45EE52C0EB}" srcOrd="0" destOrd="0" presId="urn:microsoft.com/office/officeart/2018/2/layout/IconVerticalSolidList"/>
    <dgm:cxn modelId="{4F1F945A-D164-481A-9009-F98C2D505015}" type="presOf" srcId="{6FCEFAE3-8161-433C-96FD-675211A5634D}" destId="{D6AAB94E-82BD-4674-9EC8-70CF34F5480A}" srcOrd="0" destOrd="0" presId="urn:microsoft.com/office/officeart/2018/2/layout/IconVerticalSolidList"/>
    <dgm:cxn modelId="{33868E94-7799-41F0-B23B-1D6D3C531263}" type="presOf" srcId="{EDEBDDA8-C6BE-41AD-9C88-6DCC29B9FC6B}" destId="{B7AF9EC2-7666-4444-BBD8-9355F2C63196}" srcOrd="0" destOrd="0" presId="urn:microsoft.com/office/officeart/2018/2/layout/IconVerticalSolidList"/>
    <dgm:cxn modelId="{1FCE48A7-2CA1-4F98-9830-092517DC53B3}" type="presOf" srcId="{635D820D-3F6A-4169-933B-89B3B07AC473}" destId="{262CDA82-1192-443A-AA18-C2D1343BD67D}" srcOrd="0" destOrd="0" presId="urn:microsoft.com/office/officeart/2018/2/layout/IconVerticalSolidList"/>
    <dgm:cxn modelId="{D3F1B6B4-CFFA-4F0C-8151-F35EFDF0B8BB}" srcId="{635D820D-3F6A-4169-933B-89B3B07AC473}" destId="{8F3D7864-A67E-4980-8EEC-F096E4A5A33B}" srcOrd="1" destOrd="0" parTransId="{9F1A70AA-84AE-4B3D-8E2C-3BD6C668A859}" sibTransId="{148FEDAC-1DFF-4A8C-B751-90B79D2B38D7}"/>
    <dgm:cxn modelId="{2C813CBA-5909-427A-809B-31A305DAEF20}" srcId="{635D820D-3F6A-4169-933B-89B3B07AC473}" destId="{6FCEFAE3-8161-433C-96FD-675211A5634D}" srcOrd="2" destOrd="0" parTransId="{E86817DB-1B76-45C8-82CF-C2BE7F451B71}" sibTransId="{081FE379-0C72-4144-B3F0-AC4E41F2EAA0}"/>
    <dgm:cxn modelId="{B75E0ABB-BBC1-48E4-8C86-96B2B612EFF0}" srcId="{635D820D-3F6A-4169-933B-89B3B07AC473}" destId="{EDEBDDA8-C6BE-41AD-9C88-6DCC29B9FC6B}" srcOrd="0" destOrd="0" parTransId="{B9154201-B759-466A-B062-DA0D74D8BD6C}" sibTransId="{70076E80-E76B-4BBC-A0F0-817393568234}"/>
    <dgm:cxn modelId="{9C223AC8-BE62-4707-A47E-7DBCDE2CFA92}" srcId="{635D820D-3F6A-4169-933B-89B3B07AC473}" destId="{0B7FDDFD-655F-4966-93A7-ACED2D6758D8}" srcOrd="3" destOrd="0" parTransId="{258CD603-77CE-4064-9B6B-534C5EBBC6DC}" sibTransId="{83F64753-43F2-43F3-80A6-21115A980F6B}"/>
    <dgm:cxn modelId="{21DCF06F-C3EF-4F6D-A62D-35A90CD59FED}" type="presParOf" srcId="{262CDA82-1192-443A-AA18-C2D1343BD67D}" destId="{103A7B21-BA1E-4E44-B158-72F7A07E09F7}" srcOrd="0" destOrd="0" presId="urn:microsoft.com/office/officeart/2018/2/layout/IconVerticalSolidList"/>
    <dgm:cxn modelId="{4B379F65-8981-4924-9B46-A3B537F9D450}" type="presParOf" srcId="{103A7B21-BA1E-4E44-B158-72F7A07E09F7}" destId="{B69CCFB0-6C1F-4790-8677-D5F70B93E05D}" srcOrd="0" destOrd="0" presId="urn:microsoft.com/office/officeart/2018/2/layout/IconVerticalSolidList"/>
    <dgm:cxn modelId="{DB353766-8969-4534-83AF-B43BC4E49965}" type="presParOf" srcId="{103A7B21-BA1E-4E44-B158-72F7A07E09F7}" destId="{6AE7B6DA-DCF0-4941-B35E-FED592CAD9C7}" srcOrd="1" destOrd="0" presId="urn:microsoft.com/office/officeart/2018/2/layout/IconVerticalSolidList"/>
    <dgm:cxn modelId="{6269B74B-1301-4833-9703-D932628A3A3B}" type="presParOf" srcId="{103A7B21-BA1E-4E44-B158-72F7A07E09F7}" destId="{29FE1B13-E724-485C-A200-D60CBEE67033}" srcOrd="2" destOrd="0" presId="urn:microsoft.com/office/officeart/2018/2/layout/IconVerticalSolidList"/>
    <dgm:cxn modelId="{14628E5F-7952-4A71-ACBA-EFC6276CEDD4}" type="presParOf" srcId="{103A7B21-BA1E-4E44-B158-72F7A07E09F7}" destId="{B7AF9EC2-7666-4444-BBD8-9355F2C63196}" srcOrd="3" destOrd="0" presId="urn:microsoft.com/office/officeart/2018/2/layout/IconVerticalSolidList"/>
    <dgm:cxn modelId="{283CA498-7987-47C5-8D49-8756A82686FB}" type="presParOf" srcId="{262CDA82-1192-443A-AA18-C2D1343BD67D}" destId="{D5A2CA2C-F765-4434-A84E-2FD85DAF1E86}" srcOrd="1" destOrd="0" presId="urn:microsoft.com/office/officeart/2018/2/layout/IconVerticalSolidList"/>
    <dgm:cxn modelId="{91EA6BA5-B900-4C79-80B3-96A690F7AD57}" type="presParOf" srcId="{262CDA82-1192-443A-AA18-C2D1343BD67D}" destId="{E514EAFE-FC11-4B3F-8013-4D4292B72485}" srcOrd="2" destOrd="0" presId="urn:microsoft.com/office/officeart/2018/2/layout/IconVerticalSolidList"/>
    <dgm:cxn modelId="{AACC2D05-E9E6-4932-93DB-780CE60FDD29}" type="presParOf" srcId="{E514EAFE-FC11-4B3F-8013-4D4292B72485}" destId="{61B30C71-B6B1-4EDB-8941-25699A6AA799}" srcOrd="0" destOrd="0" presId="urn:microsoft.com/office/officeart/2018/2/layout/IconVerticalSolidList"/>
    <dgm:cxn modelId="{B80BAD75-D809-4911-8F0E-C03DB4EF3503}" type="presParOf" srcId="{E514EAFE-FC11-4B3F-8013-4D4292B72485}" destId="{06FD45ED-93A9-4CB5-BBC6-41722BB2CC37}" srcOrd="1" destOrd="0" presId="urn:microsoft.com/office/officeart/2018/2/layout/IconVerticalSolidList"/>
    <dgm:cxn modelId="{8F9A2F4C-FA5F-411C-8359-A5C03DD1409D}" type="presParOf" srcId="{E514EAFE-FC11-4B3F-8013-4D4292B72485}" destId="{9B4B4641-26DA-4FEC-B665-84241DB0B22C}" srcOrd="2" destOrd="0" presId="urn:microsoft.com/office/officeart/2018/2/layout/IconVerticalSolidList"/>
    <dgm:cxn modelId="{E037BD84-E667-4373-A6F1-B3F3E65C7279}" type="presParOf" srcId="{E514EAFE-FC11-4B3F-8013-4D4292B72485}" destId="{48B4CC27-4AE8-44EB-98DC-4F45EE52C0EB}" srcOrd="3" destOrd="0" presId="urn:microsoft.com/office/officeart/2018/2/layout/IconVerticalSolidList"/>
    <dgm:cxn modelId="{97094181-0CF2-4033-945B-69E9823F3D78}" type="presParOf" srcId="{262CDA82-1192-443A-AA18-C2D1343BD67D}" destId="{F684393D-6534-4779-B93F-403378B5349D}" srcOrd="3" destOrd="0" presId="urn:microsoft.com/office/officeart/2018/2/layout/IconVerticalSolidList"/>
    <dgm:cxn modelId="{E23A5A8E-CB2E-4FDA-8AD2-BDC3EF098ECE}" type="presParOf" srcId="{262CDA82-1192-443A-AA18-C2D1343BD67D}" destId="{0ED59449-DEDB-47C9-87BE-C02FF337188B}" srcOrd="4" destOrd="0" presId="urn:microsoft.com/office/officeart/2018/2/layout/IconVerticalSolidList"/>
    <dgm:cxn modelId="{ACC97681-673D-4D57-A074-5BF69A33231D}" type="presParOf" srcId="{0ED59449-DEDB-47C9-87BE-C02FF337188B}" destId="{D9483691-DD36-405D-BB66-9F59F2F1E989}" srcOrd="0" destOrd="0" presId="urn:microsoft.com/office/officeart/2018/2/layout/IconVerticalSolidList"/>
    <dgm:cxn modelId="{E4C6731B-1E11-42E0-8F2B-D929B7BF6748}" type="presParOf" srcId="{0ED59449-DEDB-47C9-87BE-C02FF337188B}" destId="{5E20F1DA-74F8-4710-885C-433C2757E97E}" srcOrd="1" destOrd="0" presId="urn:microsoft.com/office/officeart/2018/2/layout/IconVerticalSolidList"/>
    <dgm:cxn modelId="{0E24B4D6-EC5D-49D4-8184-81BE0187E8BB}" type="presParOf" srcId="{0ED59449-DEDB-47C9-87BE-C02FF337188B}" destId="{1B73FCB2-5DE4-4B2F-A030-B78C1995B2EB}" srcOrd="2" destOrd="0" presId="urn:microsoft.com/office/officeart/2018/2/layout/IconVerticalSolidList"/>
    <dgm:cxn modelId="{1182BB39-B651-47DD-9581-BD60B78C9020}" type="presParOf" srcId="{0ED59449-DEDB-47C9-87BE-C02FF337188B}" destId="{D6AAB94E-82BD-4674-9EC8-70CF34F5480A}" srcOrd="3" destOrd="0" presId="urn:microsoft.com/office/officeart/2018/2/layout/IconVerticalSolidList"/>
    <dgm:cxn modelId="{4FB3DBDA-14A2-458D-8077-D42FEEEE1D47}" type="presParOf" srcId="{262CDA82-1192-443A-AA18-C2D1343BD67D}" destId="{92BD4CB9-700E-4D5A-8EBF-0A5B80174042}" srcOrd="5" destOrd="0" presId="urn:microsoft.com/office/officeart/2018/2/layout/IconVerticalSolidList"/>
    <dgm:cxn modelId="{DE2C3D9F-EE7C-40AC-94A3-8AE16BFF50BD}" type="presParOf" srcId="{262CDA82-1192-443A-AA18-C2D1343BD67D}" destId="{131DC94B-195B-497B-9296-A32FBF036EC7}" srcOrd="6" destOrd="0" presId="urn:microsoft.com/office/officeart/2018/2/layout/IconVerticalSolidList"/>
    <dgm:cxn modelId="{62E6F1BC-2E4C-45F2-8944-79E026AEA07D}" type="presParOf" srcId="{131DC94B-195B-497B-9296-A32FBF036EC7}" destId="{CF075505-E8EA-4669-BABA-401DC8E15F63}" srcOrd="0" destOrd="0" presId="urn:microsoft.com/office/officeart/2018/2/layout/IconVerticalSolidList"/>
    <dgm:cxn modelId="{C360F8A3-D138-4C6E-87E3-8A4F11BB6A66}" type="presParOf" srcId="{131DC94B-195B-497B-9296-A32FBF036EC7}" destId="{20AA3712-49CF-4236-AB50-E8F4285D1C0B}" srcOrd="1" destOrd="0" presId="urn:microsoft.com/office/officeart/2018/2/layout/IconVerticalSolidList"/>
    <dgm:cxn modelId="{07F8E530-9F36-4A29-A187-0C5E7768D7A5}" type="presParOf" srcId="{131DC94B-195B-497B-9296-A32FBF036EC7}" destId="{2B860609-9F78-462C-A57A-62C3C1BEF49A}" srcOrd="2" destOrd="0" presId="urn:microsoft.com/office/officeart/2018/2/layout/IconVerticalSolidList"/>
    <dgm:cxn modelId="{23D652CF-3805-47CF-83AA-4A4C394309E8}" type="presParOf" srcId="{131DC94B-195B-497B-9296-A32FBF036EC7}" destId="{0AE4A487-9A78-4477-AD2C-F1EA03B2825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35D820D-3F6A-4169-933B-89B3B07AC473}" type="doc">
      <dgm:prSet loTypeId="urn:microsoft.com/office/officeart/2018/2/layout/IconVerticalSolidList" loCatId="icon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EDEBDDA8-C6BE-41AD-9C88-6DCC29B9FC6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1600" dirty="0">
              <a:latin typeface="Arial" panose="020B0604020202020204" pitchFamily="34" charset="0"/>
              <a:cs typeface="Arial" panose="020B0604020202020204" pitchFamily="34" charset="0"/>
            </a:rPr>
            <a:t>Understanding Capital Budgeting Decision Making</a:t>
          </a:r>
          <a:endParaRPr lang="en-US" sz="16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9154201-B759-466A-B062-DA0D74D8BD6C}" type="parTrans" cxnId="{B75E0ABB-BBC1-48E4-8C86-96B2B612EFF0}">
      <dgm:prSet/>
      <dgm:spPr/>
      <dgm:t>
        <a:bodyPr/>
        <a:lstStyle/>
        <a:p>
          <a:endParaRPr lang="en-US"/>
        </a:p>
      </dgm:t>
    </dgm:pt>
    <dgm:pt modelId="{70076E80-E76B-4BBC-A0F0-817393568234}" type="sibTrans" cxnId="{B75E0ABB-BBC1-48E4-8C86-96B2B612EFF0}">
      <dgm:prSet/>
      <dgm:spPr/>
      <dgm:t>
        <a:bodyPr/>
        <a:lstStyle/>
        <a:p>
          <a:endParaRPr lang="en-US"/>
        </a:p>
      </dgm:t>
    </dgm:pt>
    <dgm:pt modelId="{6FCEFAE3-8161-433C-96FD-675211A5634D}">
      <dgm:prSet custT="1"/>
      <dgm:spPr/>
      <dgm:t>
        <a:bodyPr/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>
              <a:latin typeface="Arial" panose="020B0604020202020204" pitchFamily="34" charset="0"/>
              <a:cs typeface="Arial" panose="020B0604020202020204" pitchFamily="34" charset="0"/>
            </a:rPr>
            <a:t>Consider Payback period and ARR and how they are used and calculated 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Segoe Sans"/>
            <a:ea typeface="+mn-ea"/>
            <a:cs typeface="+mn-cs"/>
          </a:endParaRPr>
        </a:p>
      </dgm:t>
    </dgm:pt>
    <dgm:pt modelId="{E86817DB-1B76-45C8-82CF-C2BE7F451B71}" type="parTrans" cxnId="{2C813CBA-5909-427A-809B-31A305DAEF20}">
      <dgm:prSet/>
      <dgm:spPr/>
      <dgm:t>
        <a:bodyPr/>
        <a:lstStyle/>
        <a:p>
          <a:endParaRPr lang="en-US"/>
        </a:p>
      </dgm:t>
    </dgm:pt>
    <dgm:pt modelId="{081FE379-0C72-4144-B3F0-AC4E41F2EAA0}" type="sibTrans" cxnId="{2C813CBA-5909-427A-809B-31A305DAEF20}">
      <dgm:prSet/>
      <dgm:spPr/>
      <dgm:t>
        <a:bodyPr/>
        <a:lstStyle/>
        <a:p>
          <a:endParaRPr lang="en-US"/>
        </a:p>
      </dgm:t>
    </dgm:pt>
    <dgm:pt modelId="{0B7FDDFD-655F-4966-93A7-ACED2D6758D8}">
      <dgm:prSet custT="1"/>
      <dgm:spPr/>
      <dgm:t>
        <a:bodyPr/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>
              <a:latin typeface="Arial" panose="020B0604020202020204" pitchFamily="34" charset="0"/>
              <a:cs typeface="Arial" panose="020B0604020202020204" pitchFamily="34" charset="0"/>
            </a:rPr>
            <a:t>Review the advantages and disadvantages of the techniques</a:t>
          </a:r>
          <a:endParaRPr lang="en-GB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Segoe Sans"/>
            <a:ea typeface="+mn-ea"/>
            <a:cs typeface="+mn-cs"/>
          </a:endParaRPr>
        </a:p>
      </dgm:t>
    </dgm:pt>
    <dgm:pt modelId="{258CD603-77CE-4064-9B6B-534C5EBBC6DC}" type="parTrans" cxnId="{9C223AC8-BE62-4707-A47E-7DBCDE2CFA92}">
      <dgm:prSet/>
      <dgm:spPr/>
      <dgm:t>
        <a:bodyPr/>
        <a:lstStyle/>
        <a:p>
          <a:endParaRPr lang="en-US"/>
        </a:p>
      </dgm:t>
    </dgm:pt>
    <dgm:pt modelId="{83F64753-43F2-43F3-80A6-21115A980F6B}" type="sibTrans" cxnId="{9C223AC8-BE62-4707-A47E-7DBCDE2CFA92}">
      <dgm:prSet/>
      <dgm:spPr/>
      <dgm:t>
        <a:bodyPr/>
        <a:lstStyle/>
        <a:p>
          <a:endParaRPr lang="en-US"/>
        </a:p>
      </dgm:t>
    </dgm:pt>
    <dgm:pt modelId="{8F3D7864-A67E-4980-8EEC-F096E4A5A33B}">
      <dgm:prSet custT="1"/>
      <dgm:spPr/>
      <dgm:t>
        <a:bodyPr/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>
              <a:latin typeface="Arial" panose="020B0604020202020204" pitchFamily="34" charset="0"/>
              <a:cs typeface="Arial" panose="020B0604020202020204" pitchFamily="34" charset="0"/>
            </a:rPr>
            <a:t>Identify four key investments appraisal techniques used in industry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Segoe Sans"/>
            <a:ea typeface="+mn-ea"/>
            <a:cs typeface="+mn-cs"/>
          </a:endParaRPr>
        </a:p>
      </dgm:t>
    </dgm:pt>
    <dgm:pt modelId="{148FEDAC-1DFF-4A8C-B751-90B79D2B38D7}" type="sibTrans" cxnId="{D3F1B6B4-CFFA-4F0C-8151-F35EFDF0B8BB}">
      <dgm:prSet/>
      <dgm:spPr/>
      <dgm:t>
        <a:bodyPr/>
        <a:lstStyle/>
        <a:p>
          <a:endParaRPr lang="en-US"/>
        </a:p>
      </dgm:t>
    </dgm:pt>
    <dgm:pt modelId="{9F1A70AA-84AE-4B3D-8E2C-3BD6C668A859}" type="parTrans" cxnId="{D3F1B6B4-CFFA-4F0C-8151-F35EFDF0B8BB}">
      <dgm:prSet/>
      <dgm:spPr/>
      <dgm:t>
        <a:bodyPr/>
        <a:lstStyle/>
        <a:p>
          <a:endParaRPr lang="en-US"/>
        </a:p>
      </dgm:t>
    </dgm:pt>
    <dgm:pt modelId="{262CDA82-1192-443A-AA18-C2D1343BD67D}" type="pres">
      <dgm:prSet presAssocID="{635D820D-3F6A-4169-933B-89B3B07AC473}" presName="root" presStyleCnt="0">
        <dgm:presLayoutVars>
          <dgm:dir/>
          <dgm:resizeHandles val="exact"/>
        </dgm:presLayoutVars>
      </dgm:prSet>
      <dgm:spPr/>
    </dgm:pt>
    <dgm:pt modelId="{103A7B21-BA1E-4E44-B158-72F7A07E09F7}" type="pres">
      <dgm:prSet presAssocID="{EDEBDDA8-C6BE-41AD-9C88-6DCC29B9FC6B}" presName="compNode" presStyleCnt="0"/>
      <dgm:spPr/>
    </dgm:pt>
    <dgm:pt modelId="{B69CCFB0-6C1F-4790-8677-D5F70B93E05D}" type="pres">
      <dgm:prSet presAssocID="{EDEBDDA8-C6BE-41AD-9C88-6DCC29B9FC6B}" presName="bgRect" presStyleLbl="bgShp" presStyleIdx="0" presStyleCnt="4"/>
      <dgm:spPr/>
    </dgm:pt>
    <dgm:pt modelId="{6AE7B6DA-DCF0-4941-B35E-FED592CAD9C7}" type="pres">
      <dgm:prSet presAssocID="{EDEBDDA8-C6BE-41AD-9C88-6DCC29B9FC6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ardroom with solid fill"/>
        </a:ext>
      </dgm:extLst>
    </dgm:pt>
    <dgm:pt modelId="{29FE1B13-E724-485C-A200-D60CBEE67033}" type="pres">
      <dgm:prSet presAssocID="{EDEBDDA8-C6BE-41AD-9C88-6DCC29B9FC6B}" presName="spaceRect" presStyleCnt="0"/>
      <dgm:spPr/>
    </dgm:pt>
    <dgm:pt modelId="{B7AF9EC2-7666-4444-BBD8-9355F2C63196}" type="pres">
      <dgm:prSet presAssocID="{EDEBDDA8-C6BE-41AD-9C88-6DCC29B9FC6B}" presName="parTx" presStyleLbl="revTx" presStyleIdx="0" presStyleCnt="4" custLinFactNeighborX="-408" custLinFactNeighborY="-10255">
        <dgm:presLayoutVars>
          <dgm:chMax val="0"/>
          <dgm:chPref val="0"/>
        </dgm:presLayoutVars>
      </dgm:prSet>
      <dgm:spPr/>
    </dgm:pt>
    <dgm:pt modelId="{D5A2CA2C-F765-4434-A84E-2FD85DAF1E86}" type="pres">
      <dgm:prSet presAssocID="{70076E80-E76B-4BBC-A0F0-817393568234}" presName="sibTrans" presStyleCnt="0"/>
      <dgm:spPr/>
    </dgm:pt>
    <dgm:pt modelId="{E514EAFE-FC11-4B3F-8013-4D4292B72485}" type="pres">
      <dgm:prSet presAssocID="{8F3D7864-A67E-4980-8EEC-F096E4A5A33B}" presName="compNode" presStyleCnt="0"/>
      <dgm:spPr/>
    </dgm:pt>
    <dgm:pt modelId="{61B30C71-B6B1-4EDB-8941-25699A6AA799}" type="pres">
      <dgm:prSet presAssocID="{8F3D7864-A67E-4980-8EEC-F096E4A5A33B}" presName="bgRect" presStyleLbl="bgShp" presStyleIdx="1" presStyleCnt="4"/>
      <dgm:spPr/>
    </dgm:pt>
    <dgm:pt modelId="{06FD45ED-93A9-4CB5-BBC6-41722BB2CC37}" type="pres">
      <dgm:prSet presAssocID="{8F3D7864-A67E-4980-8EEC-F096E4A5A33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rget Audience with solid fill"/>
        </a:ext>
      </dgm:extLst>
    </dgm:pt>
    <dgm:pt modelId="{9B4B4641-26DA-4FEC-B665-84241DB0B22C}" type="pres">
      <dgm:prSet presAssocID="{8F3D7864-A67E-4980-8EEC-F096E4A5A33B}" presName="spaceRect" presStyleCnt="0"/>
      <dgm:spPr/>
    </dgm:pt>
    <dgm:pt modelId="{48B4CC27-4AE8-44EB-98DC-4F45EE52C0EB}" type="pres">
      <dgm:prSet presAssocID="{8F3D7864-A67E-4980-8EEC-F096E4A5A33B}" presName="parTx" presStyleLbl="revTx" presStyleIdx="1" presStyleCnt="4" custLinFactNeighborX="-461" custLinFactNeighborY="-3925">
        <dgm:presLayoutVars>
          <dgm:chMax val="0"/>
          <dgm:chPref val="0"/>
        </dgm:presLayoutVars>
      </dgm:prSet>
      <dgm:spPr/>
    </dgm:pt>
    <dgm:pt modelId="{F684393D-6534-4779-B93F-403378B5349D}" type="pres">
      <dgm:prSet presAssocID="{148FEDAC-1DFF-4A8C-B751-90B79D2B38D7}" presName="sibTrans" presStyleCnt="0"/>
      <dgm:spPr/>
    </dgm:pt>
    <dgm:pt modelId="{0ED59449-DEDB-47C9-87BE-C02FF337188B}" type="pres">
      <dgm:prSet presAssocID="{6FCEFAE3-8161-433C-96FD-675211A5634D}" presName="compNode" presStyleCnt="0"/>
      <dgm:spPr/>
    </dgm:pt>
    <dgm:pt modelId="{D9483691-DD36-405D-BB66-9F59F2F1E989}" type="pres">
      <dgm:prSet presAssocID="{6FCEFAE3-8161-433C-96FD-675211A5634D}" presName="bgRect" presStyleLbl="bgShp" presStyleIdx="2" presStyleCnt="4"/>
      <dgm:spPr/>
    </dgm:pt>
    <dgm:pt modelId="{5E20F1DA-74F8-4710-885C-433C2757E97E}" type="pres">
      <dgm:prSet presAssocID="{6FCEFAE3-8161-433C-96FD-675211A5634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 network with solid fill"/>
        </a:ext>
      </dgm:extLst>
    </dgm:pt>
    <dgm:pt modelId="{1B73FCB2-5DE4-4B2F-A030-B78C1995B2EB}" type="pres">
      <dgm:prSet presAssocID="{6FCEFAE3-8161-433C-96FD-675211A5634D}" presName="spaceRect" presStyleCnt="0"/>
      <dgm:spPr/>
    </dgm:pt>
    <dgm:pt modelId="{D6AAB94E-82BD-4674-9EC8-70CF34F5480A}" type="pres">
      <dgm:prSet presAssocID="{6FCEFAE3-8161-433C-96FD-675211A5634D}" presName="parTx" presStyleLbl="revTx" presStyleIdx="2" presStyleCnt="4" custLinFactNeighborY="1826">
        <dgm:presLayoutVars>
          <dgm:chMax val="0"/>
          <dgm:chPref val="0"/>
        </dgm:presLayoutVars>
      </dgm:prSet>
      <dgm:spPr/>
    </dgm:pt>
    <dgm:pt modelId="{92BD4CB9-700E-4D5A-8EBF-0A5B80174042}" type="pres">
      <dgm:prSet presAssocID="{081FE379-0C72-4144-B3F0-AC4E41F2EAA0}" presName="sibTrans" presStyleCnt="0"/>
      <dgm:spPr/>
    </dgm:pt>
    <dgm:pt modelId="{131DC94B-195B-497B-9296-A32FBF036EC7}" type="pres">
      <dgm:prSet presAssocID="{0B7FDDFD-655F-4966-93A7-ACED2D6758D8}" presName="compNode" presStyleCnt="0"/>
      <dgm:spPr/>
    </dgm:pt>
    <dgm:pt modelId="{CF075505-E8EA-4669-BABA-401DC8E15F63}" type="pres">
      <dgm:prSet presAssocID="{0B7FDDFD-655F-4966-93A7-ACED2D6758D8}" presName="bgRect" presStyleLbl="bgShp" presStyleIdx="3" presStyleCnt="4" custLinFactNeighborX="-109" custLinFactNeighborY="7790"/>
      <dgm:spPr/>
    </dgm:pt>
    <dgm:pt modelId="{20AA3712-49CF-4236-AB50-E8F4285D1C0B}" type="pres">
      <dgm:prSet presAssocID="{0B7FDDFD-655F-4966-93A7-ACED2D6758D8}" presName="iconRect" presStyleLbl="node1" presStyleIdx="3" presStyleCnt="4" custLinFactNeighborX="-139" custLinFactNeighborY="-366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esk with solid fill"/>
        </a:ext>
      </dgm:extLst>
    </dgm:pt>
    <dgm:pt modelId="{2B860609-9F78-462C-A57A-62C3C1BEF49A}" type="pres">
      <dgm:prSet presAssocID="{0B7FDDFD-655F-4966-93A7-ACED2D6758D8}" presName="spaceRect" presStyleCnt="0"/>
      <dgm:spPr/>
    </dgm:pt>
    <dgm:pt modelId="{0AE4A487-9A78-4477-AD2C-F1EA03B28256}" type="pres">
      <dgm:prSet presAssocID="{0B7FDDFD-655F-4966-93A7-ACED2D6758D8}" presName="parTx" presStyleLbl="revTx" presStyleIdx="3" presStyleCnt="4" custScaleX="95490" custLinFactNeighborX="-1873" custLinFactNeighborY="-2251">
        <dgm:presLayoutVars>
          <dgm:chMax val="0"/>
          <dgm:chPref val="0"/>
        </dgm:presLayoutVars>
      </dgm:prSet>
      <dgm:spPr/>
    </dgm:pt>
  </dgm:ptLst>
  <dgm:cxnLst>
    <dgm:cxn modelId="{075EE424-D9B4-4E46-9665-4C6F4605B129}" type="presOf" srcId="{0B7FDDFD-655F-4966-93A7-ACED2D6758D8}" destId="{0AE4A487-9A78-4477-AD2C-F1EA03B28256}" srcOrd="0" destOrd="0" presId="urn:microsoft.com/office/officeart/2018/2/layout/IconVerticalSolidList"/>
    <dgm:cxn modelId="{0D9EBC52-F8D5-4A84-99DA-3C84F70E032E}" type="presOf" srcId="{8F3D7864-A67E-4980-8EEC-F096E4A5A33B}" destId="{48B4CC27-4AE8-44EB-98DC-4F45EE52C0EB}" srcOrd="0" destOrd="0" presId="urn:microsoft.com/office/officeart/2018/2/layout/IconVerticalSolidList"/>
    <dgm:cxn modelId="{4F1F945A-D164-481A-9009-F98C2D505015}" type="presOf" srcId="{6FCEFAE3-8161-433C-96FD-675211A5634D}" destId="{D6AAB94E-82BD-4674-9EC8-70CF34F5480A}" srcOrd="0" destOrd="0" presId="urn:microsoft.com/office/officeart/2018/2/layout/IconVerticalSolidList"/>
    <dgm:cxn modelId="{33868E94-7799-41F0-B23B-1D6D3C531263}" type="presOf" srcId="{EDEBDDA8-C6BE-41AD-9C88-6DCC29B9FC6B}" destId="{B7AF9EC2-7666-4444-BBD8-9355F2C63196}" srcOrd="0" destOrd="0" presId="urn:microsoft.com/office/officeart/2018/2/layout/IconVerticalSolidList"/>
    <dgm:cxn modelId="{1FCE48A7-2CA1-4F98-9830-092517DC53B3}" type="presOf" srcId="{635D820D-3F6A-4169-933B-89B3B07AC473}" destId="{262CDA82-1192-443A-AA18-C2D1343BD67D}" srcOrd="0" destOrd="0" presId="urn:microsoft.com/office/officeart/2018/2/layout/IconVerticalSolidList"/>
    <dgm:cxn modelId="{D3F1B6B4-CFFA-4F0C-8151-F35EFDF0B8BB}" srcId="{635D820D-3F6A-4169-933B-89B3B07AC473}" destId="{8F3D7864-A67E-4980-8EEC-F096E4A5A33B}" srcOrd="1" destOrd="0" parTransId="{9F1A70AA-84AE-4B3D-8E2C-3BD6C668A859}" sibTransId="{148FEDAC-1DFF-4A8C-B751-90B79D2B38D7}"/>
    <dgm:cxn modelId="{2C813CBA-5909-427A-809B-31A305DAEF20}" srcId="{635D820D-3F6A-4169-933B-89B3B07AC473}" destId="{6FCEFAE3-8161-433C-96FD-675211A5634D}" srcOrd="2" destOrd="0" parTransId="{E86817DB-1B76-45C8-82CF-C2BE7F451B71}" sibTransId="{081FE379-0C72-4144-B3F0-AC4E41F2EAA0}"/>
    <dgm:cxn modelId="{B75E0ABB-BBC1-48E4-8C86-96B2B612EFF0}" srcId="{635D820D-3F6A-4169-933B-89B3B07AC473}" destId="{EDEBDDA8-C6BE-41AD-9C88-6DCC29B9FC6B}" srcOrd="0" destOrd="0" parTransId="{B9154201-B759-466A-B062-DA0D74D8BD6C}" sibTransId="{70076E80-E76B-4BBC-A0F0-817393568234}"/>
    <dgm:cxn modelId="{9C223AC8-BE62-4707-A47E-7DBCDE2CFA92}" srcId="{635D820D-3F6A-4169-933B-89B3B07AC473}" destId="{0B7FDDFD-655F-4966-93A7-ACED2D6758D8}" srcOrd="3" destOrd="0" parTransId="{258CD603-77CE-4064-9B6B-534C5EBBC6DC}" sibTransId="{83F64753-43F2-43F3-80A6-21115A980F6B}"/>
    <dgm:cxn modelId="{21DCF06F-C3EF-4F6D-A62D-35A90CD59FED}" type="presParOf" srcId="{262CDA82-1192-443A-AA18-C2D1343BD67D}" destId="{103A7B21-BA1E-4E44-B158-72F7A07E09F7}" srcOrd="0" destOrd="0" presId="urn:microsoft.com/office/officeart/2018/2/layout/IconVerticalSolidList"/>
    <dgm:cxn modelId="{4B379F65-8981-4924-9B46-A3B537F9D450}" type="presParOf" srcId="{103A7B21-BA1E-4E44-B158-72F7A07E09F7}" destId="{B69CCFB0-6C1F-4790-8677-D5F70B93E05D}" srcOrd="0" destOrd="0" presId="urn:microsoft.com/office/officeart/2018/2/layout/IconVerticalSolidList"/>
    <dgm:cxn modelId="{DB353766-8969-4534-83AF-B43BC4E49965}" type="presParOf" srcId="{103A7B21-BA1E-4E44-B158-72F7A07E09F7}" destId="{6AE7B6DA-DCF0-4941-B35E-FED592CAD9C7}" srcOrd="1" destOrd="0" presId="urn:microsoft.com/office/officeart/2018/2/layout/IconVerticalSolidList"/>
    <dgm:cxn modelId="{6269B74B-1301-4833-9703-D932628A3A3B}" type="presParOf" srcId="{103A7B21-BA1E-4E44-B158-72F7A07E09F7}" destId="{29FE1B13-E724-485C-A200-D60CBEE67033}" srcOrd="2" destOrd="0" presId="urn:microsoft.com/office/officeart/2018/2/layout/IconVerticalSolidList"/>
    <dgm:cxn modelId="{14628E5F-7952-4A71-ACBA-EFC6276CEDD4}" type="presParOf" srcId="{103A7B21-BA1E-4E44-B158-72F7A07E09F7}" destId="{B7AF9EC2-7666-4444-BBD8-9355F2C63196}" srcOrd="3" destOrd="0" presId="urn:microsoft.com/office/officeart/2018/2/layout/IconVerticalSolidList"/>
    <dgm:cxn modelId="{283CA498-7987-47C5-8D49-8756A82686FB}" type="presParOf" srcId="{262CDA82-1192-443A-AA18-C2D1343BD67D}" destId="{D5A2CA2C-F765-4434-A84E-2FD85DAF1E86}" srcOrd="1" destOrd="0" presId="urn:microsoft.com/office/officeart/2018/2/layout/IconVerticalSolidList"/>
    <dgm:cxn modelId="{91EA6BA5-B900-4C79-80B3-96A690F7AD57}" type="presParOf" srcId="{262CDA82-1192-443A-AA18-C2D1343BD67D}" destId="{E514EAFE-FC11-4B3F-8013-4D4292B72485}" srcOrd="2" destOrd="0" presId="urn:microsoft.com/office/officeart/2018/2/layout/IconVerticalSolidList"/>
    <dgm:cxn modelId="{AACC2D05-E9E6-4932-93DB-780CE60FDD29}" type="presParOf" srcId="{E514EAFE-FC11-4B3F-8013-4D4292B72485}" destId="{61B30C71-B6B1-4EDB-8941-25699A6AA799}" srcOrd="0" destOrd="0" presId="urn:microsoft.com/office/officeart/2018/2/layout/IconVerticalSolidList"/>
    <dgm:cxn modelId="{B80BAD75-D809-4911-8F0E-C03DB4EF3503}" type="presParOf" srcId="{E514EAFE-FC11-4B3F-8013-4D4292B72485}" destId="{06FD45ED-93A9-4CB5-BBC6-41722BB2CC37}" srcOrd="1" destOrd="0" presId="urn:microsoft.com/office/officeart/2018/2/layout/IconVerticalSolidList"/>
    <dgm:cxn modelId="{8F9A2F4C-FA5F-411C-8359-A5C03DD1409D}" type="presParOf" srcId="{E514EAFE-FC11-4B3F-8013-4D4292B72485}" destId="{9B4B4641-26DA-4FEC-B665-84241DB0B22C}" srcOrd="2" destOrd="0" presId="urn:microsoft.com/office/officeart/2018/2/layout/IconVerticalSolidList"/>
    <dgm:cxn modelId="{E037BD84-E667-4373-A6F1-B3F3E65C7279}" type="presParOf" srcId="{E514EAFE-FC11-4B3F-8013-4D4292B72485}" destId="{48B4CC27-4AE8-44EB-98DC-4F45EE52C0EB}" srcOrd="3" destOrd="0" presId="urn:microsoft.com/office/officeart/2018/2/layout/IconVerticalSolidList"/>
    <dgm:cxn modelId="{97094181-0CF2-4033-945B-69E9823F3D78}" type="presParOf" srcId="{262CDA82-1192-443A-AA18-C2D1343BD67D}" destId="{F684393D-6534-4779-B93F-403378B5349D}" srcOrd="3" destOrd="0" presId="urn:microsoft.com/office/officeart/2018/2/layout/IconVerticalSolidList"/>
    <dgm:cxn modelId="{E23A5A8E-CB2E-4FDA-8AD2-BDC3EF098ECE}" type="presParOf" srcId="{262CDA82-1192-443A-AA18-C2D1343BD67D}" destId="{0ED59449-DEDB-47C9-87BE-C02FF337188B}" srcOrd="4" destOrd="0" presId="urn:microsoft.com/office/officeart/2018/2/layout/IconVerticalSolidList"/>
    <dgm:cxn modelId="{ACC97681-673D-4D57-A074-5BF69A33231D}" type="presParOf" srcId="{0ED59449-DEDB-47C9-87BE-C02FF337188B}" destId="{D9483691-DD36-405D-BB66-9F59F2F1E989}" srcOrd="0" destOrd="0" presId="urn:microsoft.com/office/officeart/2018/2/layout/IconVerticalSolidList"/>
    <dgm:cxn modelId="{E4C6731B-1E11-42E0-8F2B-D929B7BF6748}" type="presParOf" srcId="{0ED59449-DEDB-47C9-87BE-C02FF337188B}" destId="{5E20F1DA-74F8-4710-885C-433C2757E97E}" srcOrd="1" destOrd="0" presId="urn:microsoft.com/office/officeart/2018/2/layout/IconVerticalSolidList"/>
    <dgm:cxn modelId="{0E24B4D6-EC5D-49D4-8184-81BE0187E8BB}" type="presParOf" srcId="{0ED59449-DEDB-47C9-87BE-C02FF337188B}" destId="{1B73FCB2-5DE4-4B2F-A030-B78C1995B2EB}" srcOrd="2" destOrd="0" presId="urn:microsoft.com/office/officeart/2018/2/layout/IconVerticalSolidList"/>
    <dgm:cxn modelId="{1182BB39-B651-47DD-9581-BD60B78C9020}" type="presParOf" srcId="{0ED59449-DEDB-47C9-87BE-C02FF337188B}" destId="{D6AAB94E-82BD-4674-9EC8-70CF34F5480A}" srcOrd="3" destOrd="0" presId="urn:microsoft.com/office/officeart/2018/2/layout/IconVerticalSolidList"/>
    <dgm:cxn modelId="{4FB3DBDA-14A2-458D-8077-D42FEEEE1D47}" type="presParOf" srcId="{262CDA82-1192-443A-AA18-C2D1343BD67D}" destId="{92BD4CB9-700E-4D5A-8EBF-0A5B80174042}" srcOrd="5" destOrd="0" presId="urn:microsoft.com/office/officeart/2018/2/layout/IconVerticalSolidList"/>
    <dgm:cxn modelId="{DE2C3D9F-EE7C-40AC-94A3-8AE16BFF50BD}" type="presParOf" srcId="{262CDA82-1192-443A-AA18-C2D1343BD67D}" destId="{131DC94B-195B-497B-9296-A32FBF036EC7}" srcOrd="6" destOrd="0" presId="urn:microsoft.com/office/officeart/2018/2/layout/IconVerticalSolidList"/>
    <dgm:cxn modelId="{62E6F1BC-2E4C-45F2-8944-79E026AEA07D}" type="presParOf" srcId="{131DC94B-195B-497B-9296-A32FBF036EC7}" destId="{CF075505-E8EA-4669-BABA-401DC8E15F63}" srcOrd="0" destOrd="0" presId="urn:microsoft.com/office/officeart/2018/2/layout/IconVerticalSolidList"/>
    <dgm:cxn modelId="{C360F8A3-D138-4C6E-87E3-8A4F11BB6A66}" type="presParOf" srcId="{131DC94B-195B-497B-9296-A32FBF036EC7}" destId="{20AA3712-49CF-4236-AB50-E8F4285D1C0B}" srcOrd="1" destOrd="0" presId="urn:microsoft.com/office/officeart/2018/2/layout/IconVerticalSolidList"/>
    <dgm:cxn modelId="{07F8E530-9F36-4A29-A187-0C5E7768D7A5}" type="presParOf" srcId="{131DC94B-195B-497B-9296-A32FBF036EC7}" destId="{2B860609-9F78-462C-A57A-62C3C1BEF49A}" srcOrd="2" destOrd="0" presId="urn:microsoft.com/office/officeart/2018/2/layout/IconVerticalSolidList"/>
    <dgm:cxn modelId="{23D652CF-3805-47CF-83AA-4A4C394309E8}" type="presParOf" srcId="{131DC94B-195B-497B-9296-A32FBF036EC7}" destId="{0AE4A487-9A78-4477-AD2C-F1EA03B2825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9CCFB0-6C1F-4790-8677-D5F70B93E05D}">
      <dsp:nvSpPr>
        <dsp:cNvPr id="0" name=""/>
        <dsp:cNvSpPr/>
      </dsp:nvSpPr>
      <dsp:spPr>
        <a:xfrm>
          <a:off x="0" y="1412"/>
          <a:ext cx="7632848" cy="715941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E7B6DA-DCF0-4941-B35E-FED592CAD9C7}">
      <dsp:nvSpPr>
        <dsp:cNvPr id="0" name=""/>
        <dsp:cNvSpPr/>
      </dsp:nvSpPr>
      <dsp:spPr>
        <a:xfrm>
          <a:off x="216572" y="162499"/>
          <a:ext cx="393767" cy="39376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AF9EC2-7666-4444-BBD8-9355F2C63196}">
      <dsp:nvSpPr>
        <dsp:cNvPr id="0" name=""/>
        <dsp:cNvSpPr/>
      </dsp:nvSpPr>
      <dsp:spPr>
        <a:xfrm>
          <a:off x="799144" y="0"/>
          <a:ext cx="6805935" cy="715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770" tIns="75770" rIns="75770" bIns="7577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>
              <a:latin typeface="Arial" panose="020B0604020202020204" pitchFamily="34" charset="0"/>
              <a:cs typeface="Arial" panose="020B0604020202020204" pitchFamily="34" charset="0"/>
            </a:rPr>
            <a:t>Understanding Capital Budgeting Decision Making</a:t>
          </a:r>
          <a:endParaRPr lang="en-US" sz="16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799144" y="0"/>
        <a:ext cx="6805935" cy="715941"/>
      </dsp:txXfrm>
    </dsp:sp>
    <dsp:sp modelId="{61B30C71-B6B1-4EDB-8941-25699A6AA799}">
      <dsp:nvSpPr>
        <dsp:cNvPr id="0" name=""/>
        <dsp:cNvSpPr/>
      </dsp:nvSpPr>
      <dsp:spPr>
        <a:xfrm>
          <a:off x="0" y="896339"/>
          <a:ext cx="7632848" cy="715941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FD45ED-93A9-4CB5-BBC6-41722BB2CC37}">
      <dsp:nvSpPr>
        <dsp:cNvPr id="0" name=""/>
        <dsp:cNvSpPr/>
      </dsp:nvSpPr>
      <dsp:spPr>
        <a:xfrm>
          <a:off x="216572" y="1057426"/>
          <a:ext cx="393767" cy="39376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B4CC27-4AE8-44EB-98DC-4F45EE52C0EB}">
      <dsp:nvSpPr>
        <dsp:cNvPr id="0" name=""/>
        <dsp:cNvSpPr/>
      </dsp:nvSpPr>
      <dsp:spPr>
        <a:xfrm>
          <a:off x="795537" y="868238"/>
          <a:ext cx="6805935" cy="715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770" tIns="75770" rIns="75770" bIns="7577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>
              <a:latin typeface="Arial" panose="020B0604020202020204" pitchFamily="34" charset="0"/>
              <a:cs typeface="Arial" panose="020B0604020202020204" pitchFamily="34" charset="0"/>
            </a:rPr>
            <a:t>Identify four key investments appraisal techniques used in industry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Segoe Sans"/>
            <a:ea typeface="+mn-ea"/>
            <a:cs typeface="+mn-cs"/>
          </a:endParaRPr>
        </a:p>
      </dsp:txBody>
      <dsp:txXfrm>
        <a:off x="795537" y="868238"/>
        <a:ext cx="6805935" cy="715941"/>
      </dsp:txXfrm>
    </dsp:sp>
    <dsp:sp modelId="{D9483691-DD36-405D-BB66-9F59F2F1E989}">
      <dsp:nvSpPr>
        <dsp:cNvPr id="0" name=""/>
        <dsp:cNvSpPr/>
      </dsp:nvSpPr>
      <dsp:spPr>
        <a:xfrm>
          <a:off x="0" y="1791266"/>
          <a:ext cx="7632848" cy="715941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20F1DA-74F8-4710-885C-433C2757E97E}">
      <dsp:nvSpPr>
        <dsp:cNvPr id="0" name=""/>
        <dsp:cNvSpPr/>
      </dsp:nvSpPr>
      <dsp:spPr>
        <a:xfrm>
          <a:off x="216572" y="1952353"/>
          <a:ext cx="393767" cy="39376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AAB94E-82BD-4674-9EC8-70CF34F5480A}">
      <dsp:nvSpPr>
        <dsp:cNvPr id="0" name=""/>
        <dsp:cNvSpPr/>
      </dsp:nvSpPr>
      <dsp:spPr>
        <a:xfrm>
          <a:off x="826912" y="1804339"/>
          <a:ext cx="6805935" cy="715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770" tIns="75770" rIns="75770" bIns="7577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>
              <a:latin typeface="Arial" panose="020B0604020202020204" pitchFamily="34" charset="0"/>
              <a:cs typeface="Arial" panose="020B0604020202020204" pitchFamily="34" charset="0"/>
            </a:rPr>
            <a:t>Consider Payback period and ARR and how they are used and calculated 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Segoe Sans"/>
            <a:ea typeface="+mn-ea"/>
            <a:cs typeface="+mn-cs"/>
          </a:endParaRPr>
        </a:p>
      </dsp:txBody>
      <dsp:txXfrm>
        <a:off x="826912" y="1804339"/>
        <a:ext cx="6805935" cy="715941"/>
      </dsp:txXfrm>
    </dsp:sp>
    <dsp:sp modelId="{CF075505-E8EA-4669-BABA-401DC8E15F63}">
      <dsp:nvSpPr>
        <dsp:cNvPr id="0" name=""/>
        <dsp:cNvSpPr/>
      </dsp:nvSpPr>
      <dsp:spPr>
        <a:xfrm>
          <a:off x="0" y="2687606"/>
          <a:ext cx="7632848" cy="715941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AA3712-49CF-4236-AB50-E8F4285D1C0B}">
      <dsp:nvSpPr>
        <dsp:cNvPr id="0" name=""/>
        <dsp:cNvSpPr/>
      </dsp:nvSpPr>
      <dsp:spPr>
        <a:xfrm>
          <a:off x="216025" y="2845839"/>
          <a:ext cx="393767" cy="39376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E4A487-9A78-4477-AD2C-F1EA03B28256}">
      <dsp:nvSpPr>
        <dsp:cNvPr id="0" name=""/>
        <dsp:cNvSpPr/>
      </dsp:nvSpPr>
      <dsp:spPr>
        <a:xfrm>
          <a:off x="852911" y="2670077"/>
          <a:ext cx="6498987" cy="715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770" tIns="75770" rIns="75770" bIns="7577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>
              <a:latin typeface="Arial" panose="020B0604020202020204" pitchFamily="34" charset="0"/>
              <a:cs typeface="Arial" panose="020B0604020202020204" pitchFamily="34" charset="0"/>
            </a:rPr>
            <a:t>Review the advantages and disadvantages of the techniques</a:t>
          </a:r>
          <a:endParaRPr lang="en-GB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Segoe Sans"/>
            <a:ea typeface="+mn-ea"/>
            <a:cs typeface="+mn-cs"/>
          </a:endParaRPr>
        </a:p>
      </dsp:txBody>
      <dsp:txXfrm>
        <a:off x="852911" y="2670077"/>
        <a:ext cx="6498987" cy="71594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9CCFB0-6C1F-4790-8677-D5F70B93E05D}">
      <dsp:nvSpPr>
        <dsp:cNvPr id="0" name=""/>
        <dsp:cNvSpPr/>
      </dsp:nvSpPr>
      <dsp:spPr>
        <a:xfrm>
          <a:off x="0" y="1412"/>
          <a:ext cx="7632848" cy="715941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E7B6DA-DCF0-4941-B35E-FED592CAD9C7}">
      <dsp:nvSpPr>
        <dsp:cNvPr id="0" name=""/>
        <dsp:cNvSpPr/>
      </dsp:nvSpPr>
      <dsp:spPr>
        <a:xfrm>
          <a:off x="216572" y="162499"/>
          <a:ext cx="393767" cy="39376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AF9EC2-7666-4444-BBD8-9355F2C63196}">
      <dsp:nvSpPr>
        <dsp:cNvPr id="0" name=""/>
        <dsp:cNvSpPr/>
      </dsp:nvSpPr>
      <dsp:spPr>
        <a:xfrm>
          <a:off x="799144" y="0"/>
          <a:ext cx="6805935" cy="715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770" tIns="75770" rIns="75770" bIns="7577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>
              <a:latin typeface="Arial" panose="020B0604020202020204" pitchFamily="34" charset="0"/>
              <a:cs typeface="Arial" panose="020B0604020202020204" pitchFamily="34" charset="0"/>
            </a:rPr>
            <a:t>Understanding Capital Budgeting Decision Making</a:t>
          </a:r>
          <a:endParaRPr lang="en-US" sz="16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799144" y="0"/>
        <a:ext cx="6805935" cy="715941"/>
      </dsp:txXfrm>
    </dsp:sp>
    <dsp:sp modelId="{61B30C71-B6B1-4EDB-8941-25699A6AA799}">
      <dsp:nvSpPr>
        <dsp:cNvPr id="0" name=""/>
        <dsp:cNvSpPr/>
      </dsp:nvSpPr>
      <dsp:spPr>
        <a:xfrm>
          <a:off x="0" y="896339"/>
          <a:ext cx="7632848" cy="715941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FD45ED-93A9-4CB5-BBC6-41722BB2CC37}">
      <dsp:nvSpPr>
        <dsp:cNvPr id="0" name=""/>
        <dsp:cNvSpPr/>
      </dsp:nvSpPr>
      <dsp:spPr>
        <a:xfrm>
          <a:off x="216572" y="1057426"/>
          <a:ext cx="393767" cy="39376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B4CC27-4AE8-44EB-98DC-4F45EE52C0EB}">
      <dsp:nvSpPr>
        <dsp:cNvPr id="0" name=""/>
        <dsp:cNvSpPr/>
      </dsp:nvSpPr>
      <dsp:spPr>
        <a:xfrm>
          <a:off x="795537" y="868238"/>
          <a:ext cx="6805935" cy="715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770" tIns="75770" rIns="75770" bIns="7577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>
              <a:latin typeface="Arial" panose="020B0604020202020204" pitchFamily="34" charset="0"/>
              <a:cs typeface="Arial" panose="020B0604020202020204" pitchFamily="34" charset="0"/>
            </a:rPr>
            <a:t>Identify four key investments appraisal techniques used in industry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Segoe Sans"/>
            <a:ea typeface="+mn-ea"/>
            <a:cs typeface="+mn-cs"/>
          </a:endParaRPr>
        </a:p>
      </dsp:txBody>
      <dsp:txXfrm>
        <a:off x="795537" y="868238"/>
        <a:ext cx="6805935" cy="715941"/>
      </dsp:txXfrm>
    </dsp:sp>
    <dsp:sp modelId="{D9483691-DD36-405D-BB66-9F59F2F1E989}">
      <dsp:nvSpPr>
        <dsp:cNvPr id="0" name=""/>
        <dsp:cNvSpPr/>
      </dsp:nvSpPr>
      <dsp:spPr>
        <a:xfrm>
          <a:off x="0" y="1791266"/>
          <a:ext cx="7632848" cy="715941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20F1DA-74F8-4710-885C-433C2757E97E}">
      <dsp:nvSpPr>
        <dsp:cNvPr id="0" name=""/>
        <dsp:cNvSpPr/>
      </dsp:nvSpPr>
      <dsp:spPr>
        <a:xfrm>
          <a:off x="216572" y="1952353"/>
          <a:ext cx="393767" cy="39376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AAB94E-82BD-4674-9EC8-70CF34F5480A}">
      <dsp:nvSpPr>
        <dsp:cNvPr id="0" name=""/>
        <dsp:cNvSpPr/>
      </dsp:nvSpPr>
      <dsp:spPr>
        <a:xfrm>
          <a:off x="826912" y="1804339"/>
          <a:ext cx="6805935" cy="715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770" tIns="75770" rIns="75770" bIns="7577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>
              <a:latin typeface="Arial" panose="020B0604020202020204" pitchFamily="34" charset="0"/>
              <a:cs typeface="Arial" panose="020B0604020202020204" pitchFamily="34" charset="0"/>
            </a:rPr>
            <a:t>Consider Payback period and ARR and how they are used and calculated </a:t>
          </a:r>
          <a:endParaRPr lang="en-US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Segoe Sans"/>
            <a:ea typeface="+mn-ea"/>
            <a:cs typeface="+mn-cs"/>
          </a:endParaRPr>
        </a:p>
      </dsp:txBody>
      <dsp:txXfrm>
        <a:off x="826912" y="1804339"/>
        <a:ext cx="6805935" cy="715941"/>
      </dsp:txXfrm>
    </dsp:sp>
    <dsp:sp modelId="{CF075505-E8EA-4669-BABA-401DC8E15F63}">
      <dsp:nvSpPr>
        <dsp:cNvPr id="0" name=""/>
        <dsp:cNvSpPr/>
      </dsp:nvSpPr>
      <dsp:spPr>
        <a:xfrm>
          <a:off x="0" y="2687606"/>
          <a:ext cx="7632848" cy="715941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AA3712-49CF-4236-AB50-E8F4285D1C0B}">
      <dsp:nvSpPr>
        <dsp:cNvPr id="0" name=""/>
        <dsp:cNvSpPr/>
      </dsp:nvSpPr>
      <dsp:spPr>
        <a:xfrm>
          <a:off x="216025" y="2845839"/>
          <a:ext cx="393767" cy="39376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E4A487-9A78-4477-AD2C-F1EA03B28256}">
      <dsp:nvSpPr>
        <dsp:cNvPr id="0" name=""/>
        <dsp:cNvSpPr/>
      </dsp:nvSpPr>
      <dsp:spPr>
        <a:xfrm>
          <a:off x="852911" y="2670077"/>
          <a:ext cx="6498987" cy="715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770" tIns="75770" rIns="75770" bIns="7577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>
              <a:latin typeface="Arial" panose="020B0604020202020204" pitchFamily="34" charset="0"/>
              <a:cs typeface="Arial" panose="020B0604020202020204" pitchFamily="34" charset="0"/>
            </a:rPr>
            <a:t>Review the advantages and disadvantages of the techniques</a:t>
          </a:r>
          <a:endParaRPr lang="en-GB" sz="16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Segoe Sans"/>
            <a:ea typeface="+mn-ea"/>
            <a:cs typeface="+mn-cs"/>
          </a:endParaRPr>
        </a:p>
      </dsp:txBody>
      <dsp:txXfrm>
        <a:off x="852911" y="2670077"/>
        <a:ext cx="6498987" cy="71594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A43CF07-9307-6C48-9A7D-CFB6D27789B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57DB75-BAF4-B743-9A92-74B92A91E0A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22C6B3-A39F-7849-8137-15C55F281F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11F245-9DFC-A14D-946D-EB14F66A9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9025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180013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857500" y="514350"/>
            <a:ext cx="3429000" cy="25717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12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3257550"/>
            <a:ext cx="7315200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513513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85360570-2B09-DB43-BBE0-DA076DA911F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48773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56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9128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3700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18272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NOTE TO STUDENTS: Please see last weeks lecture slides and make sure you review them so that you understand how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5360570-2B09-DB43-BBE0-DA076DA911F1}" type="slidenum">
              <a:rPr lang="en-US" altLang="en-US" smtClean="0"/>
              <a:pPr>
                <a:defRPr/>
              </a:pPr>
              <a:t>2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7457466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endParaRPr lang="en-GB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5360570-2B09-DB43-BBE0-DA076DA911F1}" type="slidenum">
              <a:rPr lang="en-US" altLang="en-US" smtClean="0"/>
              <a:pPr>
                <a:defRPr/>
              </a:pPr>
              <a:t>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437035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0A34707-E474-48EA-B54D-5816D1580940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355005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0A34707-E474-48EA-B54D-5816D1580940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3908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0A34707-E474-48EA-B54D-5816D1580940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40085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800100" lvl="0" indent="-800100" eaLnBrk="1" hangingPunct="1">
              <a:buClrTx/>
              <a:buFont typeface="Arial" pitchFamily="34" charset="0"/>
              <a:buChar char="•"/>
            </a:pPr>
            <a:r>
              <a:rPr lang="en-GB" sz="1200" dirty="0">
                <a:solidFill>
                  <a:prstClr val="black"/>
                </a:solidFill>
                <a:latin typeface="Calibri"/>
                <a:ea typeface="ＭＳ Ｐゴシック" charset="0"/>
              </a:rPr>
              <a:t>The essential feature of investment decisions is </a:t>
            </a:r>
            <a:r>
              <a:rPr lang="en-GB" sz="1200" b="1" i="1" u="sng" dirty="0">
                <a:solidFill>
                  <a:prstClr val="black"/>
                </a:solidFill>
                <a:latin typeface="Calibri"/>
                <a:ea typeface="ＭＳ Ｐゴシック" charset="0"/>
              </a:rPr>
              <a:t>time</a:t>
            </a:r>
            <a:r>
              <a:rPr lang="en-GB" sz="1200" i="1" dirty="0">
                <a:solidFill>
                  <a:prstClr val="black"/>
                </a:solidFill>
                <a:latin typeface="Calibri"/>
                <a:ea typeface="ＭＳ Ｐゴシック" charset="0"/>
              </a:rPr>
              <a:t>.</a:t>
            </a:r>
          </a:p>
          <a:p>
            <a:pPr marL="800100" lvl="0" indent="-800100" eaLnBrk="1" hangingPunct="1">
              <a:buClrTx/>
              <a:buFont typeface="Arial" pitchFamily="34" charset="0"/>
              <a:buChar char="•"/>
            </a:pPr>
            <a:r>
              <a:rPr lang="en-GB" sz="1200" dirty="0">
                <a:solidFill>
                  <a:prstClr val="black"/>
                </a:solidFill>
                <a:latin typeface="Calibri"/>
                <a:ea typeface="ＭＳ Ｐゴシック" charset="0"/>
              </a:rPr>
              <a:t>Cash outlay now against returns (cash inflows) extend over many years</a:t>
            </a:r>
          </a:p>
          <a:p>
            <a:pPr marL="800100" lvl="0" indent="-800100" eaLnBrk="1" hangingPunct="1">
              <a:buClrTx/>
              <a:buFont typeface="Arial" pitchFamily="34" charset="0"/>
              <a:buChar char="•"/>
            </a:pPr>
            <a:r>
              <a:rPr lang="en-GB" sz="1200" dirty="0">
                <a:solidFill>
                  <a:prstClr val="black"/>
                </a:solidFill>
                <a:latin typeface="Calibri"/>
                <a:ea typeface="ＭＳ Ｐゴシック" charset="0"/>
              </a:rPr>
              <a:t>Often large investments involved</a:t>
            </a:r>
          </a:p>
          <a:p>
            <a:pPr marL="800100" lvl="0" indent="-800100" eaLnBrk="1" hangingPunct="1">
              <a:buClrTx/>
              <a:buFont typeface="Arial" pitchFamily="34" charset="0"/>
              <a:buChar char="•"/>
            </a:pPr>
            <a:r>
              <a:rPr lang="en-GB" sz="1200" dirty="0">
                <a:solidFill>
                  <a:prstClr val="black"/>
                </a:solidFill>
                <a:latin typeface="Calibri"/>
                <a:ea typeface="ＭＳ Ｐゴシック" charset="0"/>
              </a:rPr>
              <a:t>Difficult to predict the future, therefore risk involved – all calculations are based on projections and assumptions</a:t>
            </a:r>
          </a:p>
          <a:p>
            <a:pPr marL="800100" lvl="0" indent="-800100" eaLnBrk="1" hangingPunct="1">
              <a:buClrTx/>
              <a:buFont typeface="Arial" pitchFamily="34" charset="0"/>
              <a:buChar char="•"/>
            </a:pPr>
            <a:r>
              <a:rPr lang="en-GB" sz="1200" dirty="0">
                <a:solidFill>
                  <a:prstClr val="black"/>
                </a:solidFill>
                <a:latin typeface="Calibri"/>
                <a:ea typeface="ＭＳ Ｐゴシック" charset="0"/>
              </a:rPr>
              <a:t>Need ways of assessing the future costs and revenues to enable a decision to be made.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0A34707-E474-48EA-B54D-5816D1580940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99335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0A34707-E474-48EA-B54D-5816D1580940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09272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0A34707-E474-48EA-B54D-5816D1580940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06199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0A34707-E474-48EA-B54D-5816D1580940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99186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0A34707-E474-48EA-B54D-5816D1580940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93203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0A34707-E474-48EA-B54D-5816D1580940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21261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1" kern="1200" dirty="0">
                <a:solidFill>
                  <a:srgbClr val="0070C0"/>
                </a:solidFill>
                <a:latin typeface="Helvetica 55 Roman" pitchFamily="34" charset="0"/>
                <a:ea typeface="ＭＳ Ｐゴシック" pitchFamily="34" charset="-128"/>
                <a:cs typeface="ＭＳ Ｐゴシック" charset="0"/>
              </a:rPr>
              <a:t>Total depreciation = cost – scrap 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5360570-2B09-DB43-BBE0-DA076DA911F1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236827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41EF9-5EE7-1CBF-08D7-117B42B7C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B12B86-9450-F7FF-F1F6-A232905EBE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3C0E24-39E5-B04D-72E4-CCB47A1693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endParaRPr lang="en-GB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EC756F-FD61-1EB2-6BAE-7DABB0CD70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5360570-2B09-DB43-BBE0-DA076DA911F1}" type="slidenum">
              <a:rPr lang="en-US" altLang="en-US" smtClean="0"/>
              <a:pPr>
                <a:defRPr/>
              </a:pPr>
              <a:t>26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1195924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7A708D-0180-424B-8170-B8C7498B3081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97832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1A9DA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0"/>
            <a:ext cx="1787872" cy="8959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FE3B5BC-7C7D-A745-8158-A53C466DA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0826" y="1915479"/>
            <a:ext cx="5689524" cy="2089585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69EC6F0B-C9B0-464E-ABF8-505FA2B99A3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6421" y="1916832"/>
            <a:ext cx="1219139" cy="26908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buFontTx/>
              <a:buNone/>
              <a:defRPr sz="1600" b="0" i="0">
                <a:solidFill>
                  <a:schemeClr val="bg1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/>
            <a:r>
              <a:rPr lang="en-US" dirty="0"/>
              <a:t>Presented by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C1E2BFEE-0AD7-C548-92B3-DE639BB40C8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6420" y="2323737"/>
            <a:ext cx="1219139" cy="4023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buFontTx/>
              <a:buNone/>
              <a:defRPr sz="1800" b="1" i="0">
                <a:solidFill>
                  <a:schemeClr val="bg1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FE54718D-4C22-E94B-A4C0-C34A3A4257A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98505" y="2913639"/>
            <a:ext cx="1219139" cy="37134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buFontTx/>
              <a:buNone/>
              <a:defRPr sz="1800" b="1" i="0">
                <a:solidFill>
                  <a:schemeClr val="bg1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63A8BFE-74A7-E94B-8A00-4CD70EAFA367}"/>
              </a:ext>
            </a:extLst>
          </p:cNvPr>
          <p:cNvCxnSpPr>
            <a:cxnSpLocks/>
          </p:cNvCxnSpPr>
          <p:nvPr userDrawn="1"/>
        </p:nvCxnSpPr>
        <p:spPr>
          <a:xfrm>
            <a:off x="1919288" y="1916832"/>
            <a:ext cx="0" cy="3802212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55B2378F-7E74-5649-B1F7-5BE87863FDA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8505" y="5373216"/>
            <a:ext cx="1219139" cy="34582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buFontTx/>
              <a:buNone/>
              <a:defRPr sz="1600" b="0" i="0">
                <a:solidFill>
                  <a:schemeClr val="bg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US" dirty="0"/>
              <a:t>Presentation date</a:t>
            </a:r>
          </a:p>
        </p:txBody>
      </p:sp>
    </p:spTree>
    <p:extLst>
      <p:ext uri="{BB962C8B-B14F-4D97-AF65-F5344CB8AC3E}">
        <p14:creationId xmlns:p14="http://schemas.microsoft.com/office/powerpoint/2010/main" val="2037226853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1207" userDrawn="1">
          <p15:clr>
            <a:srgbClr val="FBAE40"/>
          </p15:clr>
        </p15:guide>
        <p15:guide id="2" pos="129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nd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E3DBD-28B5-6744-B93D-384D879AF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1974055"/>
            <a:ext cx="651562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99592" y="4221163"/>
            <a:ext cx="6515620" cy="6031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FontTx/>
              <a:buNone/>
              <a:defRPr sz="1800" b="0" i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2450603"/>
      </p:ext>
    </p:extLst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headings, text and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64AAA3-E9D4-B544-B77B-0789573E9C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591" y="689701"/>
            <a:ext cx="7886700" cy="1011108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899591" y="1700808"/>
            <a:ext cx="6551612" cy="4608512"/>
          </a:xfrm>
          <a:prstGeom prst="rect">
            <a:avLst/>
          </a:prstGeom>
        </p:spPr>
        <p:txBody>
          <a:bodyPr lIns="0" tIns="0" rIns="0" bIns="0"/>
          <a:lstStyle>
            <a:lvl1pPr marL="266700" indent="-257175">
              <a:buClr>
                <a:srgbClr val="1A9DAC"/>
              </a:buClr>
              <a:tabLst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1338" indent="-274638">
              <a:buClr>
                <a:srgbClr val="1A9DAC"/>
              </a:buClr>
              <a:buFont typeface="Courier New" panose="02070309020205020404" pitchFamily="49" charset="0"/>
              <a:buChar char="o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8038" indent="-266700">
              <a:buClr>
                <a:srgbClr val="1A9DAC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06912239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436" userDrawn="1">
          <p15:clr>
            <a:srgbClr val="FBAE40"/>
          </p15:clr>
        </p15:guide>
        <p15:guide id="2" pos="567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headings, text and numbered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34AA9-9B1B-7D49-821B-E768D4FEE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3" y="687614"/>
            <a:ext cx="7886700" cy="1012599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900113" y="1700213"/>
            <a:ext cx="6551612" cy="4465637"/>
          </a:xfrm>
          <a:prstGeom prst="rect">
            <a:avLst/>
          </a:prstGeom>
        </p:spPr>
        <p:txBody>
          <a:bodyPr lIns="0" tIns="0" rIns="0" bIns="0"/>
          <a:lstStyle>
            <a:lvl1pPr marL="266700" indent="-266700">
              <a:buClr>
                <a:srgbClr val="1A9DAC"/>
              </a:buClr>
              <a:buFont typeface="+mj-lt"/>
              <a:buAutoNum type="arabicPeriod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609600" indent="-342900">
              <a:buClr>
                <a:srgbClr val="1A9DAC"/>
              </a:buClr>
              <a:buFont typeface="+mj-lt"/>
              <a:buAutoNum type="romanLcPeriod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915988" marR="0" indent="-285750" algn="l" defTabSz="606425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A9DAC"/>
              </a:buClr>
              <a:buSzTx/>
              <a:buFont typeface="Arial" panose="020B0604020202020204" pitchFamily="34" charset="0"/>
              <a:buChar char="•"/>
              <a:tabLst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2343150" indent="-514350">
              <a:buFont typeface="+mj-lt"/>
              <a:buAutoNum type="arabicPeriod"/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952750" indent="-514350">
              <a:buFont typeface="+mj-lt"/>
              <a:buAutoNum type="arabicPeriod"/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386068825"/>
      </p:ext>
    </p:extLst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sty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D85A6-D158-2E49-90B4-F2441730F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1" y="692697"/>
            <a:ext cx="7886700" cy="93610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99592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0" marR="0" indent="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284663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0" marR="0" indent="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03622766"/>
      </p:ext>
    </p:extLst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style with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A63C3-2B19-3E4C-861A-2B5A52BA7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1" y="692697"/>
            <a:ext cx="7886700" cy="936104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899592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85750" marR="0" indent="-28575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1A9DAC"/>
              </a:buClr>
              <a:buSzTx/>
              <a:buFont typeface="Arial" panose="020B0604020202020204" pitchFamily="34" charset="0"/>
              <a:buChar char="•"/>
              <a:tabLst/>
              <a:defRPr sz="1800" b="0" i="0" baseline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1338" indent="-274638">
              <a:buClr>
                <a:srgbClr val="1A9DAC"/>
              </a:buClr>
              <a:buFont typeface="Courier New" panose="02070309020205020404" pitchFamily="49" charset="0"/>
              <a:buChar char="o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8038" indent="-177800">
              <a:buClr>
                <a:srgbClr val="1A9DAC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163638" indent="-301625"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Second Bullet Point</a:t>
            </a:r>
          </a:p>
          <a:p>
            <a:pPr lvl="2"/>
            <a:r>
              <a:rPr lang="en-GB" dirty="0"/>
              <a:t>Third Bullet Point</a:t>
            </a:r>
          </a:p>
          <a:p>
            <a:pPr lvl="3"/>
            <a:endParaRPr lang="en-GB" dirty="0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4284663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85750" marR="0" indent="-28575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1A9DAC"/>
              </a:buClr>
              <a:buSzTx/>
              <a:buFont typeface="Arial" panose="020B0604020202020204" pitchFamily="34" charset="0"/>
              <a:buChar char="•"/>
              <a:tabLst/>
              <a:defRPr sz="1800" b="0" i="0" baseline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1338" indent="-274638">
              <a:buClr>
                <a:srgbClr val="1A9DAC"/>
              </a:buClr>
              <a:buFont typeface="Courier New" panose="02070309020205020404" pitchFamily="49" charset="0"/>
              <a:buChar char="o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8038" indent="-177800">
              <a:buClr>
                <a:srgbClr val="1A9DAC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163638" indent="-301625"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Bullet Point</a:t>
            </a:r>
          </a:p>
          <a:p>
            <a:pPr lvl="2"/>
            <a:r>
              <a:rPr lang="en-US" dirty="0"/>
              <a:t>Third Bullet Point</a:t>
            </a:r>
          </a:p>
          <a:p>
            <a:pPr lvl="3"/>
            <a:endParaRPr lang="en-US" dirty="0"/>
          </a:p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76455156"/>
      </p:ext>
    </p:extLst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style with numbered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AA39C-6E99-FE4F-B641-F44C7B4B4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692697"/>
            <a:ext cx="7886700" cy="936104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899592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66700" marR="0" indent="-26670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1A9DAC"/>
              </a:buClr>
              <a:buSzTx/>
              <a:buFont typeface="+mj-lt"/>
              <a:buAutoNum type="arabicPeriod"/>
              <a:tabLst/>
              <a:defRPr sz="18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  <a:lvl2pPr marL="541338" indent="-274638">
              <a:buClr>
                <a:srgbClr val="1A9DAC"/>
              </a:buClr>
              <a:buFont typeface="+mj-lt"/>
              <a:buAutoNum type="romanLcPeriod"/>
              <a:defRPr sz="1800" baseline="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96938" indent="-266700">
              <a:buClr>
                <a:srgbClr val="1A9DAC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252538" indent="-285750">
              <a:buFont typeface="Arial" panose="020B0604020202020204" pitchFamily="34" charset="0"/>
              <a:buChar char="̶"/>
              <a:defRPr sz="14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Number Position Number 2</a:t>
            </a:r>
          </a:p>
          <a:p>
            <a:pPr lvl="2"/>
            <a:r>
              <a:rPr lang="en-GB" dirty="0"/>
              <a:t>Number Position Number 3</a:t>
            </a:r>
          </a:p>
          <a:p>
            <a:pPr lvl="3"/>
            <a:endParaRPr lang="en-GB" dirty="0"/>
          </a:p>
          <a:p>
            <a:pPr lvl="3"/>
            <a:endParaRPr lang="en-GB" dirty="0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4284663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66700" marR="0" indent="-26670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1A9DAC"/>
              </a:buClr>
              <a:buSzTx/>
              <a:buFont typeface="+mj-lt"/>
              <a:buAutoNum type="arabicPeriod"/>
              <a:tabLst/>
              <a:defRPr sz="18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  <a:lvl2pPr marL="541338" indent="-274638">
              <a:buClr>
                <a:srgbClr val="1A9DAC"/>
              </a:buClr>
              <a:buFont typeface="+mj-lt"/>
              <a:buAutoNum type="romanLcPeriod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96938" indent="-266700">
              <a:buClr>
                <a:srgbClr val="1A9DAC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966788" indent="0">
              <a:buFont typeface="Arial" panose="020B0604020202020204" pitchFamily="34" charset="0"/>
              <a:buNone/>
              <a:defRPr sz="14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Number Position Number 2</a:t>
            </a:r>
          </a:p>
          <a:p>
            <a:pPr lvl="2"/>
            <a:r>
              <a:rPr lang="en-GB" dirty="0"/>
              <a:t>Number Position Number 3</a:t>
            </a:r>
          </a:p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1776518"/>
      </p:ext>
    </p:extLst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graph 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0C80B-5DE2-104C-BCD7-114FA55CD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515" y="692697"/>
            <a:ext cx="7886700" cy="862064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11"/>
          </p:nvPr>
        </p:nvSpPr>
        <p:spPr>
          <a:xfrm>
            <a:off x="899592" y="1554760"/>
            <a:ext cx="6515620" cy="453806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icon to add chart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47534947"/>
      </p:ext>
    </p:extLst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 column text style with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465AE-FBB8-C547-A863-8ACFC537D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1" y="692696"/>
            <a:ext cx="7886700" cy="936103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99592" y="1628800"/>
            <a:ext cx="3312368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0" marR="0" indent="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12"/>
          </p:nvPr>
        </p:nvSpPr>
        <p:spPr>
          <a:xfrm>
            <a:off x="4284663" y="1628799"/>
            <a:ext cx="3816350" cy="44640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icon to add chart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28611724"/>
      </p:ext>
    </p:extLst>
  </p:cSld>
  <p:clrMapOvr>
    <a:masterClrMapping/>
  </p:clrMapOvr>
  <p:transition spd="slow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ED979-55B4-3C48-802B-10CF449D3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692697"/>
            <a:ext cx="7886700" cy="720080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215" y="1412776"/>
            <a:ext cx="9144000" cy="595119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680606"/>
      </p:ext>
    </p:extLst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AD231-0526-BA4B-A751-485A68D4F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2" y="692697"/>
            <a:ext cx="7454131" cy="768356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461052"/>
            <a:ext cx="3024188" cy="539694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059113" y="1461053"/>
            <a:ext cx="3020316" cy="26505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7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059113" y="4149725"/>
            <a:ext cx="3020316" cy="27082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18225" y="1461052"/>
            <a:ext cx="3025775" cy="539694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219801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332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4" pos="3833" userDrawn="1">
          <p15:clr>
            <a:srgbClr val="FBAE40"/>
          </p15:clr>
        </p15:guide>
        <p15:guide id="5" orient="horz" pos="2614" userDrawn="1">
          <p15:clr>
            <a:srgbClr val="FBAE40"/>
          </p15:clr>
        </p15:guide>
        <p15:guide id="6" pos="567" userDrawn="1">
          <p15:clr>
            <a:srgbClr val="FBAE40"/>
          </p15:clr>
        </p15:guide>
        <p15:guide id="8" pos="1927" userDrawn="1">
          <p15:clr>
            <a:srgbClr val="FBAE40"/>
          </p15:clr>
        </p15:guide>
        <p15:guide id="9" pos="3854" userDrawn="1">
          <p15:clr>
            <a:srgbClr val="FBAE40"/>
          </p15:clr>
        </p15:guide>
        <p15:guide id="10" orient="horz" pos="259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E2A74-33A9-1E47-9EBD-B4B8BA3C3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65" y="692696"/>
            <a:ext cx="7886700" cy="7683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458065" y="1461052"/>
            <a:ext cx="254707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85750" marR="0" indent="-28575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1A9DAC"/>
              </a:buClr>
              <a:buSzTx/>
              <a:buFont typeface="Arial" panose="020B0604020202020204" pitchFamily="34" charset="0"/>
              <a:buChar char="•"/>
              <a:tabLst/>
              <a:defRPr sz="1800" b="0" i="0" baseline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1338" indent="-274638">
              <a:buClr>
                <a:srgbClr val="1A9DAC"/>
              </a:buClr>
              <a:buFont typeface="Courier New" panose="02070309020205020404" pitchFamily="49" charset="0"/>
              <a:buChar char="o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8038" indent="-177800">
              <a:buClr>
                <a:srgbClr val="1A9DAC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163638" indent="-301625">
              <a:defRPr sz="14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Second Bullet Point</a:t>
            </a:r>
          </a:p>
          <a:p>
            <a:pPr lvl="2"/>
            <a:r>
              <a:rPr lang="en-GB" dirty="0"/>
              <a:t>Third Bullet Point</a:t>
            </a:r>
          </a:p>
          <a:p>
            <a:pPr lvl="3"/>
            <a:endParaRPr lang="en-GB" dirty="0"/>
          </a:p>
        </p:txBody>
      </p:sp>
      <p:sp>
        <p:nvSpPr>
          <p:cNvPr id="5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41650" y="1461052"/>
            <a:ext cx="3043238" cy="539694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1400" y="1461053"/>
            <a:ext cx="3022599" cy="26505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21400" y="4146550"/>
            <a:ext cx="3022600" cy="27114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145381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3" pos="3856" userDrawn="1">
          <p15:clr>
            <a:srgbClr val="FBAE40"/>
          </p15:clr>
        </p15:guide>
        <p15:guide id="4" pos="3833" userDrawn="1">
          <p15:clr>
            <a:srgbClr val="FBAE40"/>
          </p15:clr>
        </p15:guide>
        <p15:guide id="6" orient="horz" pos="2590" userDrawn="1">
          <p15:clr>
            <a:srgbClr val="FBAE40"/>
          </p15:clr>
        </p15:guide>
        <p15:guide id="7" orient="horz" pos="261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AFF90F4-0461-4994-8ECC-80648A92C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65" y="692697"/>
            <a:ext cx="7886700" cy="12241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1042988" y="1916832"/>
            <a:ext cx="7058025" cy="352839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600"/>
              </a:lnSpc>
              <a:buNone/>
              <a:defRPr sz="2800" b="0" i="1" baseline="0">
                <a:solidFill>
                  <a:srgbClr val="1A9DAC"/>
                </a:solidFill>
                <a:latin typeface="+mj-lt"/>
              </a:defRPr>
            </a:lvl1pPr>
            <a:lvl2pPr marL="609600" indent="0">
              <a:lnSpc>
                <a:spcPts val="3600"/>
              </a:lnSpc>
              <a:buNone/>
              <a:defRPr sz="2800" b="0" i="1" baseline="0">
                <a:solidFill>
                  <a:srgbClr val="1A9DAC"/>
                </a:solidFill>
                <a:latin typeface="+mj-lt"/>
              </a:defRPr>
            </a:lvl2pPr>
            <a:lvl3pPr marL="1219200" indent="0">
              <a:lnSpc>
                <a:spcPts val="3600"/>
              </a:lnSpc>
              <a:buNone/>
              <a:defRPr sz="2800" b="0" i="1" baseline="0">
                <a:solidFill>
                  <a:srgbClr val="1A9DAC"/>
                </a:solidFill>
                <a:latin typeface="+mj-lt"/>
              </a:defRPr>
            </a:lvl3pPr>
            <a:lvl4pPr marL="1828800" indent="0">
              <a:lnSpc>
                <a:spcPts val="3600"/>
              </a:lnSpc>
              <a:buNone/>
              <a:defRPr sz="2800" b="0" i="1" baseline="0">
                <a:solidFill>
                  <a:srgbClr val="1A9DAC"/>
                </a:solidFill>
                <a:latin typeface="+mj-lt"/>
              </a:defRPr>
            </a:lvl4pPr>
            <a:lvl5pPr marL="2438400" indent="0">
              <a:lnSpc>
                <a:spcPts val="3600"/>
              </a:lnSpc>
              <a:buNone/>
              <a:defRPr sz="2800" b="0" i="1" baseline="0">
                <a:solidFill>
                  <a:srgbClr val="1A9DAC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1042988" y="5661025"/>
            <a:ext cx="7058025" cy="1196975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1pPr>
            <a:lvl2pPr marL="60960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2pPr>
            <a:lvl3pPr marL="121920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3pPr>
            <a:lvl4pPr marL="182880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4pPr>
            <a:lvl5pPr marL="243840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206941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3" orient="horz" pos="57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BC024-4559-4C02-9AB3-98D956AC7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E056E6-17B0-445E-93EC-A3A4B42B212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7544" y="2349500"/>
            <a:ext cx="4104456" cy="2879725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3000">
                <a:solidFill>
                  <a:srgbClr val="199DAC"/>
                </a:solidFill>
              </a:defRPr>
            </a:lvl1pPr>
            <a:lvl2pPr marL="609600" indent="0">
              <a:buNone/>
              <a:defRPr>
                <a:solidFill>
                  <a:srgbClr val="16818D"/>
                </a:solidFill>
              </a:defRPr>
            </a:lvl2pPr>
            <a:lvl3pPr marL="1219200" indent="0">
              <a:buNone/>
              <a:defRPr>
                <a:solidFill>
                  <a:srgbClr val="16818D"/>
                </a:solidFill>
              </a:defRPr>
            </a:lvl3pPr>
            <a:lvl4pPr marL="1828800" indent="0">
              <a:buNone/>
              <a:defRPr>
                <a:solidFill>
                  <a:srgbClr val="16818D"/>
                </a:solidFill>
              </a:defRPr>
            </a:lvl4pPr>
            <a:lvl5pPr marL="2438400" indent="0">
              <a:buNone/>
              <a:defRPr>
                <a:solidFill>
                  <a:srgbClr val="16818D"/>
                </a:solidFill>
              </a:defRPr>
            </a:lvl5pPr>
          </a:lstStyle>
          <a:p>
            <a:pPr lvl="0"/>
            <a:r>
              <a:rPr lang="en-US" dirty="0"/>
              <a:t>100%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212DBA2-E4CA-4633-9C0C-58EB9F03F1E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16016" y="2349500"/>
            <a:ext cx="3672334" cy="2879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rgbClr val="199DAC"/>
                </a:solidFill>
              </a:defRPr>
            </a:lvl1pPr>
            <a:lvl2pPr marL="609600" indent="0">
              <a:buNone/>
              <a:defRPr sz="1800">
                <a:solidFill>
                  <a:srgbClr val="199DAC"/>
                </a:solidFill>
              </a:defRPr>
            </a:lvl2pPr>
            <a:lvl3pPr marL="1219200" indent="0">
              <a:buNone/>
              <a:defRPr sz="1800">
                <a:solidFill>
                  <a:srgbClr val="199DAC"/>
                </a:solidFill>
              </a:defRPr>
            </a:lvl3pPr>
            <a:lvl4pPr marL="1828800" indent="0">
              <a:buNone/>
              <a:defRPr sz="1800">
                <a:solidFill>
                  <a:srgbClr val="199DAC"/>
                </a:solidFill>
              </a:defRPr>
            </a:lvl4pPr>
            <a:lvl5pPr marL="2438400" indent="0">
              <a:buNone/>
              <a:defRPr sz="1800">
                <a:solidFill>
                  <a:srgbClr val="199DAC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6D44D0B-0878-42C4-9A43-6D580C188C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8650" y="5157192"/>
            <a:ext cx="7472363" cy="79216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800"/>
            </a:lvl1pPr>
            <a:lvl2pPr marL="609600" indent="0" algn="r">
              <a:buNone/>
              <a:defRPr sz="1800"/>
            </a:lvl2pPr>
            <a:lvl3pPr marL="1219200" indent="0" algn="r">
              <a:buNone/>
              <a:defRPr sz="1800"/>
            </a:lvl3pPr>
            <a:lvl4pPr marL="1828800" indent="0" algn="r">
              <a:buNone/>
              <a:defRPr sz="1800"/>
            </a:lvl4pPr>
            <a:lvl5pPr marL="2438400" indent="0" algn="r"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65793842"/>
      </p:ext>
    </p:extLst>
  </p:cSld>
  <p:clrMapOvr>
    <a:masterClrMapping/>
  </p:clrMapOvr>
  <p:transition spd="slow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9144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300" y="2404534"/>
            <a:ext cx="5825202" cy="1646302"/>
          </a:xfrm>
        </p:spPr>
        <p:txBody>
          <a:bodyPr anchor="b">
            <a:noAutofit/>
          </a:bodyPr>
          <a:lstStyle>
            <a:lvl1pPr algn="r">
              <a:defRPr sz="405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300" y="4050834"/>
            <a:ext cx="5825202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1C444-66CB-4065-B177-AAAB97F07EA1}" type="datetime1">
              <a:rPr lang="en-GB" smtClean="0"/>
              <a:t>15/08/2025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9C4FB-888A-4D12-A1C4-C744D94026CD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012883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024FF-3E1E-431F-977E-945DB2535B1A}" type="datetime1">
              <a:rPr lang="en-GB" smtClean="0"/>
              <a:t>15/08/2025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9C4FB-888A-4D12-A1C4-C744D94026CD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520425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Main headings, text and numbered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7448" y="1"/>
            <a:ext cx="1081410" cy="7197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899595" y="930592"/>
            <a:ext cx="6668019" cy="63466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766"/>
              </a:lnSpc>
              <a:buFontTx/>
              <a:buNone/>
              <a:defRPr sz="3585" b="0" i="0">
                <a:solidFill>
                  <a:srgbClr val="598752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840771" y="1795200"/>
            <a:ext cx="6726844" cy="4680099"/>
          </a:xfrm>
          <a:prstGeom prst="rect">
            <a:avLst/>
          </a:prstGeom>
        </p:spPr>
        <p:txBody>
          <a:bodyPr/>
          <a:lstStyle>
            <a:lvl1pPr marL="239088" indent="-239088">
              <a:buClr>
                <a:srgbClr val="598752"/>
              </a:buClr>
              <a:buFont typeface="+mj-lt"/>
              <a:buAutoNum type="arabicPeriod"/>
              <a:defRPr sz="14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85293" indent="-246205">
              <a:buClr>
                <a:srgbClr val="598752"/>
              </a:buClr>
              <a:buFont typeface="+mj-lt"/>
              <a:buAutoNum type="romanLcPeriod"/>
              <a:defRPr sz="14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4078" indent="-239088">
              <a:buClr>
                <a:srgbClr val="598752"/>
              </a:buClr>
              <a:buFont typeface="Arial" panose="020B0604020202020204" pitchFamily="34" charset="0"/>
              <a:buChar char="̶"/>
              <a:defRPr sz="14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2100563" indent="-461099">
              <a:buFont typeface="+mj-lt"/>
              <a:buAutoNum type="arabicPeriod"/>
              <a:defRPr sz="14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647051" indent="-461099">
              <a:buFont typeface="+mj-lt"/>
              <a:buAutoNum type="arabicPeriod"/>
              <a:defRPr sz="14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007241575"/>
      </p:ext>
    </p:extLst>
  </p:cSld>
  <p:clrMapOvr>
    <a:masterClrMapping/>
  </p:clrMapOvr>
  <p:transition spd="slow"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solidFill>
          <a:srgbClr val="1A9DA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0"/>
            <a:ext cx="1787872" cy="8959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FE3B5BC-7C7D-A745-8158-A53C466DA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0826" y="1915479"/>
            <a:ext cx="5689524" cy="2089585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69EC6F0B-C9B0-464E-ABF8-505FA2B99A3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6421" y="1916832"/>
            <a:ext cx="1219139" cy="26908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buFontTx/>
              <a:buNone/>
              <a:defRPr sz="1600" b="0" i="0">
                <a:solidFill>
                  <a:schemeClr val="bg1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/>
            <a:r>
              <a:rPr lang="en-US" dirty="0"/>
              <a:t>Presented by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C1E2BFEE-0AD7-C548-92B3-DE639BB40C8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6420" y="2323737"/>
            <a:ext cx="1219139" cy="4023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buFontTx/>
              <a:buNone/>
              <a:defRPr sz="1800" b="1" i="0">
                <a:solidFill>
                  <a:schemeClr val="bg1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FE54718D-4C22-E94B-A4C0-C34A3A4257A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98505" y="2913639"/>
            <a:ext cx="1219139" cy="37134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buFontTx/>
              <a:buNone/>
              <a:defRPr sz="1800" b="1" i="0">
                <a:solidFill>
                  <a:schemeClr val="bg1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63A8BFE-74A7-E94B-8A00-4CD70EAFA367}"/>
              </a:ext>
            </a:extLst>
          </p:cNvPr>
          <p:cNvCxnSpPr>
            <a:cxnSpLocks/>
          </p:cNvCxnSpPr>
          <p:nvPr/>
        </p:nvCxnSpPr>
        <p:spPr>
          <a:xfrm>
            <a:off x="1919288" y="1916832"/>
            <a:ext cx="0" cy="3802212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55B2378F-7E74-5649-B1F7-5BE87863FDA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8505" y="5373216"/>
            <a:ext cx="1219139" cy="34582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buFontTx/>
              <a:buNone/>
              <a:defRPr sz="1600" b="0" i="0">
                <a:solidFill>
                  <a:schemeClr val="bg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US" dirty="0"/>
              <a:t>Presentation date</a:t>
            </a:r>
          </a:p>
        </p:txBody>
      </p:sp>
      <p:pic>
        <p:nvPicPr>
          <p:cNvPr id="2" name="Picture 8">
            <a:extLst>
              <a:ext uri="{FF2B5EF4-FFF2-40B4-BE49-F238E27FC236}">
                <a16:creationId xmlns:a16="http://schemas.microsoft.com/office/drawing/2014/main" id="{64C9F99A-5EA8-6C4A-2A76-90CD1786A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0"/>
            <a:ext cx="1787872" cy="8959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309F344-13A3-1FCF-A66C-45F76747500D}"/>
              </a:ext>
            </a:extLst>
          </p:cNvPr>
          <p:cNvCxnSpPr>
            <a:cxnSpLocks/>
          </p:cNvCxnSpPr>
          <p:nvPr userDrawn="1"/>
        </p:nvCxnSpPr>
        <p:spPr>
          <a:xfrm>
            <a:off x="1919288" y="1916832"/>
            <a:ext cx="0" cy="3802212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0130474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3" orient="horz" pos="1207" userDrawn="1">
          <p15:clr>
            <a:srgbClr val="FBAE40"/>
          </p15:clr>
        </p15:guide>
        <p15:guide id="4" pos="1292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and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E3DBD-28B5-6744-B93D-384D879AF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1974055"/>
            <a:ext cx="651562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99592" y="4221163"/>
            <a:ext cx="6515620" cy="6031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FontTx/>
              <a:buNone/>
              <a:defRPr sz="1800" b="0" i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8013239"/>
      </p:ext>
    </p:extLst>
  </p:cSld>
  <p:clrMapOvr>
    <a:masterClrMapping/>
  </p:clrMapOvr>
  <p:transition spd="slow"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 headings, text and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64AAA3-E9D4-B544-B77B-0789573E9C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591" y="689701"/>
            <a:ext cx="7886700" cy="1011108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899591" y="1700808"/>
            <a:ext cx="6551612" cy="4608512"/>
          </a:xfrm>
          <a:prstGeom prst="rect">
            <a:avLst/>
          </a:prstGeom>
        </p:spPr>
        <p:txBody>
          <a:bodyPr lIns="0" tIns="0" rIns="0" bIns="0"/>
          <a:lstStyle>
            <a:lvl1pPr marL="266700" indent="-257175">
              <a:buClr>
                <a:srgbClr val="1A9DAC"/>
              </a:buClr>
              <a:tabLst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1338" indent="-274638">
              <a:buClr>
                <a:srgbClr val="1A9DAC"/>
              </a:buClr>
              <a:buFont typeface="Courier New" panose="02070309020205020404" pitchFamily="49" charset="0"/>
              <a:buChar char="o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8038" indent="-266700">
              <a:buClr>
                <a:srgbClr val="1A9DAC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2663107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3" orient="horz" pos="436" userDrawn="1">
          <p15:clr>
            <a:srgbClr val="FBAE40"/>
          </p15:clr>
        </p15:guide>
        <p15:guide id="4" pos="567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 headings, text and numbered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34AA9-9B1B-7D49-821B-E768D4FEE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3" y="687614"/>
            <a:ext cx="7886700" cy="1012599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900113" y="1700213"/>
            <a:ext cx="6551612" cy="4465637"/>
          </a:xfrm>
          <a:prstGeom prst="rect">
            <a:avLst/>
          </a:prstGeom>
        </p:spPr>
        <p:txBody>
          <a:bodyPr lIns="0" tIns="0" rIns="0" bIns="0"/>
          <a:lstStyle>
            <a:lvl1pPr marL="266700" indent="-266700">
              <a:buClr>
                <a:srgbClr val="1A9DAC"/>
              </a:buClr>
              <a:buFont typeface="+mj-lt"/>
              <a:buAutoNum type="arabicPeriod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609600" indent="-342900">
              <a:buClr>
                <a:srgbClr val="1A9DAC"/>
              </a:buClr>
              <a:buFont typeface="+mj-lt"/>
              <a:buAutoNum type="romanLcPeriod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915988" marR="0" indent="-285750" algn="l" defTabSz="606425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A9DAC"/>
              </a:buClr>
              <a:buSzTx/>
              <a:buFont typeface="Arial" panose="020B0604020202020204" pitchFamily="34" charset="0"/>
              <a:buChar char="•"/>
              <a:tabLst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2343150" indent="-514350">
              <a:buFont typeface="+mj-lt"/>
              <a:buAutoNum type="arabicPeriod"/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952750" indent="-514350">
              <a:buFont typeface="+mj-lt"/>
              <a:buAutoNum type="arabicPeriod"/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381814218"/>
      </p:ext>
    </p:extLst>
  </p:cSld>
  <p:clrMapOvr>
    <a:masterClrMapping/>
  </p:clrMapOvr>
  <p:transition spd="slow"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text sty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D85A6-D158-2E49-90B4-F2441730F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1" y="692697"/>
            <a:ext cx="7886700" cy="93610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99592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0" marR="0" indent="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284663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0" marR="0" indent="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54160257"/>
      </p:ext>
    </p:extLst>
  </p:cSld>
  <p:clrMapOvr>
    <a:masterClrMapping/>
  </p:clrMapOvr>
  <p:transition spd="slow"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text style with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A63C3-2B19-3E4C-861A-2B5A52BA7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1" y="692697"/>
            <a:ext cx="7886700" cy="936104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899592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85750" marR="0" indent="-28575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1A9DAC"/>
              </a:buClr>
              <a:buSzTx/>
              <a:buFont typeface="Arial" panose="020B0604020202020204" pitchFamily="34" charset="0"/>
              <a:buChar char="•"/>
              <a:tabLst/>
              <a:defRPr sz="1800" b="0" i="0" baseline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1338" indent="-274638">
              <a:buClr>
                <a:srgbClr val="1A9DAC"/>
              </a:buClr>
              <a:buFont typeface="Courier New" panose="02070309020205020404" pitchFamily="49" charset="0"/>
              <a:buChar char="o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8038" indent="-177800">
              <a:buClr>
                <a:srgbClr val="1A9DAC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163638" indent="-301625"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Second Bullet Point</a:t>
            </a:r>
          </a:p>
          <a:p>
            <a:pPr lvl="2"/>
            <a:r>
              <a:rPr lang="en-GB" dirty="0"/>
              <a:t>Third Bullet Point</a:t>
            </a:r>
          </a:p>
          <a:p>
            <a:pPr lvl="3"/>
            <a:endParaRPr lang="en-GB" dirty="0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4284663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85750" marR="0" indent="-28575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1A9DAC"/>
              </a:buClr>
              <a:buSzTx/>
              <a:buFont typeface="Arial" panose="020B0604020202020204" pitchFamily="34" charset="0"/>
              <a:buChar char="•"/>
              <a:tabLst/>
              <a:defRPr sz="1800" b="0" i="0" baseline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1338" indent="-274638">
              <a:buClr>
                <a:srgbClr val="1A9DAC"/>
              </a:buClr>
              <a:buFont typeface="Courier New" panose="02070309020205020404" pitchFamily="49" charset="0"/>
              <a:buChar char="o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8038" indent="-177800">
              <a:buClr>
                <a:srgbClr val="1A9DAC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163638" indent="-301625"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Bullet Point</a:t>
            </a:r>
          </a:p>
          <a:p>
            <a:pPr lvl="2"/>
            <a:r>
              <a:rPr lang="en-US" dirty="0"/>
              <a:t>Third Bullet Point</a:t>
            </a:r>
          </a:p>
          <a:p>
            <a:pPr lvl="3"/>
            <a:endParaRPr lang="en-US" dirty="0"/>
          </a:p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14902915"/>
      </p:ext>
    </p:extLst>
  </p:cSld>
  <p:clrMapOvr>
    <a:masterClrMapping/>
  </p:clrMapOvr>
  <p:transition spd="slow"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text style with numbered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AA39C-6E99-FE4F-B641-F44C7B4B4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692697"/>
            <a:ext cx="7886700" cy="936104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899592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66700" marR="0" indent="-26670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1A9DAC"/>
              </a:buClr>
              <a:buSzTx/>
              <a:buFont typeface="+mj-lt"/>
              <a:buAutoNum type="arabicPeriod"/>
              <a:tabLst/>
              <a:defRPr sz="18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  <a:lvl2pPr marL="541338" indent="-274638">
              <a:buClr>
                <a:srgbClr val="1A9DAC"/>
              </a:buClr>
              <a:buFont typeface="+mj-lt"/>
              <a:buAutoNum type="romanLcPeriod"/>
              <a:defRPr sz="1800" baseline="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96938" indent="-266700">
              <a:buClr>
                <a:srgbClr val="1A9DAC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252538" indent="-285750">
              <a:buFont typeface="Arial" panose="020B0604020202020204" pitchFamily="34" charset="0"/>
              <a:buChar char="̶"/>
              <a:defRPr sz="14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Number Position Number 2</a:t>
            </a:r>
          </a:p>
          <a:p>
            <a:pPr lvl="2"/>
            <a:r>
              <a:rPr lang="en-GB" dirty="0"/>
              <a:t>Number Position Number 3</a:t>
            </a:r>
          </a:p>
          <a:p>
            <a:pPr lvl="3"/>
            <a:endParaRPr lang="en-GB" dirty="0"/>
          </a:p>
          <a:p>
            <a:pPr lvl="3"/>
            <a:endParaRPr lang="en-GB" dirty="0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4284663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66700" marR="0" indent="-26670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1A9DAC"/>
              </a:buClr>
              <a:buSzTx/>
              <a:buFont typeface="+mj-lt"/>
              <a:buAutoNum type="arabicPeriod"/>
              <a:tabLst/>
              <a:defRPr sz="18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  <a:lvl2pPr marL="541338" indent="-274638">
              <a:buClr>
                <a:srgbClr val="1A9DAC"/>
              </a:buClr>
              <a:buFont typeface="+mj-lt"/>
              <a:buAutoNum type="romanLcPeriod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96938" indent="-266700">
              <a:buClr>
                <a:srgbClr val="1A9DAC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966788" indent="0">
              <a:buFont typeface="Arial" panose="020B0604020202020204" pitchFamily="34" charset="0"/>
              <a:buNone/>
              <a:defRPr sz="14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Number Position Number 2</a:t>
            </a:r>
          </a:p>
          <a:p>
            <a:pPr lvl="2"/>
            <a:r>
              <a:rPr lang="en-GB" dirty="0"/>
              <a:t>Number Position Number 3</a:t>
            </a:r>
          </a:p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875660"/>
      </p:ext>
    </p:extLst>
  </p:cSld>
  <p:clrMapOvr>
    <a:masterClrMapping/>
  </p:clrMapOvr>
  <p:transition spd="slow"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and graph 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0C80B-5DE2-104C-BCD7-114FA55CD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515" y="692697"/>
            <a:ext cx="7886700" cy="862064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11"/>
          </p:nvPr>
        </p:nvSpPr>
        <p:spPr>
          <a:xfrm>
            <a:off x="899592" y="1554760"/>
            <a:ext cx="6515620" cy="453806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icon to add chart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09953374"/>
      </p:ext>
    </p:extLst>
  </p:cSld>
  <p:clrMapOvr>
    <a:masterClrMapping/>
  </p:clrMapOvr>
  <p:transition spd="slow"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rrow column text style with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465AE-FBB8-C547-A863-8ACFC537D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1" y="692696"/>
            <a:ext cx="7886700" cy="936103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99592" y="1628800"/>
            <a:ext cx="3312368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0" marR="0" indent="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12"/>
          </p:nvPr>
        </p:nvSpPr>
        <p:spPr>
          <a:xfrm>
            <a:off x="4284663" y="1628799"/>
            <a:ext cx="3816350" cy="44640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icon to add chart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00346956"/>
      </p:ext>
    </p:extLst>
  </p:cSld>
  <p:clrMapOvr>
    <a:masterClrMapping/>
  </p:clrMapOvr>
  <p:transition spd="slow"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ED979-55B4-3C48-802B-10CF449D3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692697"/>
            <a:ext cx="7886700" cy="720080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215" y="1412776"/>
            <a:ext cx="9144000" cy="595119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6089807"/>
      </p:ext>
    </p:extLst>
  </p:cSld>
  <p:clrMapOvr>
    <a:masterClrMapping/>
  </p:clrMapOvr>
  <p:transition spd="slow"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AD231-0526-BA4B-A751-485A68D4F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2" y="692697"/>
            <a:ext cx="7454131" cy="768356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461052"/>
            <a:ext cx="3024188" cy="539694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059113" y="1461053"/>
            <a:ext cx="3020316" cy="26505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7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059113" y="4149725"/>
            <a:ext cx="3020316" cy="27082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18225" y="1461052"/>
            <a:ext cx="3025775" cy="539694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94878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1" orient="horz" pos="332" userDrawn="1">
          <p15:clr>
            <a:srgbClr val="FBAE40"/>
          </p15:clr>
        </p15:guide>
        <p15:guide id="12" pos="2880" userDrawn="1">
          <p15:clr>
            <a:srgbClr val="FBAE40"/>
          </p15:clr>
        </p15:guide>
        <p15:guide id="13" pos="3833" userDrawn="1">
          <p15:clr>
            <a:srgbClr val="FBAE40"/>
          </p15:clr>
        </p15:guide>
        <p15:guide id="14" orient="horz" pos="2614" userDrawn="1">
          <p15:clr>
            <a:srgbClr val="FBAE40"/>
          </p15:clr>
        </p15:guide>
        <p15:guide id="15" pos="567" userDrawn="1">
          <p15:clr>
            <a:srgbClr val="FBAE40"/>
          </p15:clr>
        </p15:guide>
        <p15:guide id="16" pos="1927" userDrawn="1">
          <p15:clr>
            <a:srgbClr val="FBAE40"/>
          </p15:clr>
        </p15:guide>
        <p15:guide id="17" pos="3854" userDrawn="1">
          <p15:clr>
            <a:srgbClr val="FBAE40"/>
          </p15:clr>
        </p15:guide>
        <p15:guide id="18" orient="horz" pos="2590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E2A74-33A9-1E47-9EBD-B4B8BA3C3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65" y="692696"/>
            <a:ext cx="7886700" cy="7683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458065" y="1461052"/>
            <a:ext cx="254707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85750" marR="0" indent="-28575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1A9DAC"/>
              </a:buClr>
              <a:buSzTx/>
              <a:buFont typeface="Arial" panose="020B0604020202020204" pitchFamily="34" charset="0"/>
              <a:buChar char="•"/>
              <a:tabLst/>
              <a:defRPr sz="1800" b="0" i="0" baseline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1338" indent="-274638">
              <a:buClr>
                <a:srgbClr val="1A9DAC"/>
              </a:buClr>
              <a:buFont typeface="Courier New" panose="02070309020205020404" pitchFamily="49" charset="0"/>
              <a:buChar char="o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8038" indent="-177800">
              <a:buClr>
                <a:srgbClr val="1A9DAC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163638" indent="-301625">
              <a:defRPr sz="14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Second Bullet Point</a:t>
            </a:r>
          </a:p>
          <a:p>
            <a:pPr lvl="2"/>
            <a:r>
              <a:rPr lang="en-GB" dirty="0"/>
              <a:t>Third Bullet Point</a:t>
            </a:r>
          </a:p>
          <a:p>
            <a:pPr lvl="3"/>
            <a:endParaRPr lang="en-GB" dirty="0"/>
          </a:p>
        </p:txBody>
      </p:sp>
      <p:sp>
        <p:nvSpPr>
          <p:cNvPr id="5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41650" y="1461052"/>
            <a:ext cx="3043238" cy="539694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1400" y="1461053"/>
            <a:ext cx="3022599" cy="26505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21400" y="4146550"/>
            <a:ext cx="3022600" cy="27114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918803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8" orient="horz" pos="2160" userDrawn="1">
          <p15:clr>
            <a:srgbClr val="FBAE40"/>
          </p15:clr>
        </p15:guide>
        <p15:guide id="9" pos="2880" userDrawn="1">
          <p15:clr>
            <a:srgbClr val="FBAE40"/>
          </p15:clr>
        </p15:guide>
        <p15:guide id="10" pos="3856" userDrawn="1">
          <p15:clr>
            <a:srgbClr val="FBAE40"/>
          </p15:clr>
        </p15:guide>
        <p15:guide id="11" pos="3833" userDrawn="1">
          <p15:clr>
            <a:srgbClr val="FBAE40"/>
          </p15:clr>
        </p15:guide>
        <p15:guide id="12" orient="horz" pos="2590" userDrawn="1">
          <p15:clr>
            <a:srgbClr val="FBAE40"/>
          </p15:clr>
        </p15:guide>
        <p15:guide id="13" orient="horz" pos="2612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AFF90F4-0461-4994-8ECC-80648A92C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65" y="692697"/>
            <a:ext cx="7886700" cy="12241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1042988" y="1916832"/>
            <a:ext cx="7058025" cy="352839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600"/>
              </a:lnSpc>
              <a:buNone/>
              <a:defRPr sz="2800" b="0" i="1" baseline="0">
                <a:solidFill>
                  <a:srgbClr val="1A9DAC"/>
                </a:solidFill>
                <a:latin typeface="+mj-lt"/>
              </a:defRPr>
            </a:lvl1pPr>
            <a:lvl2pPr marL="609600" indent="0">
              <a:lnSpc>
                <a:spcPts val="3600"/>
              </a:lnSpc>
              <a:buNone/>
              <a:defRPr sz="2800" b="0" i="1" baseline="0">
                <a:solidFill>
                  <a:srgbClr val="1A9DAC"/>
                </a:solidFill>
                <a:latin typeface="+mj-lt"/>
              </a:defRPr>
            </a:lvl2pPr>
            <a:lvl3pPr marL="1219200" indent="0">
              <a:lnSpc>
                <a:spcPts val="3600"/>
              </a:lnSpc>
              <a:buNone/>
              <a:defRPr sz="2800" b="0" i="1" baseline="0">
                <a:solidFill>
                  <a:srgbClr val="1A9DAC"/>
                </a:solidFill>
                <a:latin typeface="+mj-lt"/>
              </a:defRPr>
            </a:lvl3pPr>
            <a:lvl4pPr marL="1828800" indent="0">
              <a:lnSpc>
                <a:spcPts val="3600"/>
              </a:lnSpc>
              <a:buNone/>
              <a:defRPr sz="2800" b="0" i="1" baseline="0">
                <a:solidFill>
                  <a:srgbClr val="1A9DAC"/>
                </a:solidFill>
                <a:latin typeface="+mj-lt"/>
              </a:defRPr>
            </a:lvl4pPr>
            <a:lvl5pPr marL="2438400" indent="0">
              <a:lnSpc>
                <a:spcPts val="3600"/>
              </a:lnSpc>
              <a:buNone/>
              <a:defRPr sz="2800" b="0" i="1" baseline="0">
                <a:solidFill>
                  <a:srgbClr val="1A9DAC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1042988" y="5661025"/>
            <a:ext cx="7058025" cy="1196975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1pPr>
            <a:lvl2pPr marL="60960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2pPr>
            <a:lvl3pPr marL="121920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3pPr>
            <a:lvl4pPr marL="182880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4pPr>
            <a:lvl5pPr marL="243840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0435554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4" orient="horz" pos="2160" userDrawn="1">
          <p15:clr>
            <a:srgbClr val="FBAE40"/>
          </p15:clr>
        </p15:guide>
        <p15:guide id="5" pos="2880" userDrawn="1">
          <p15:clr>
            <a:srgbClr val="FBAE40"/>
          </p15:clr>
        </p15:guide>
        <p15:guide id="6" orient="horz" pos="572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BC024-4559-4C02-9AB3-98D956AC7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E056E6-17B0-445E-93EC-A3A4B42B212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7544" y="2349500"/>
            <a:ext cx="4104456" cy="2879725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3000">
                <a:solidFill>
                  <a:srgbClr val="199DAC"/>
                </a:solidFill>
              </a:defRPr>
            </a:lvl1pPr>
            <a:lvl2pPr marL="609600" indent="0">
              <a:buNone/>
              <a:defRPr>
                <a:solidFill>
                  <a:srgbClr val="16818D"/>
                </a:solidFill>
              </a:defRPr>
            </a:lvl2pPr>
            <a:lvl3pPr marL="1219200" indent="0">
              <a:buNone/>
              <a:defRPr>
                <a:solidFill>
                  <a:srgbClr val="16818D"/>
                </a:solidFill>
              </a:defRPr>
            </a:lvl3pPr>
            <a:lvl4pPr marL="1828800" indent="0">
              <a:buNone/>
              <a:defRPr>
                <a:solidFill>
                  <a:srgbClr val="16818D"/>
                </a:solidFill>
              </a:defRPr>
            </a:lvl4pPr>
            <a:lvl5pPr marL="2438400" indent="0">
              <a:buNone/>
              <a:defRPr>
                <a:solidFill>
                  <a:srgbClr val="16818D"/>
                </a:solidFill>
              </a:defRPr>
            </a:lvl5pPr>
          </a:lstStyle>
          <a:p>
            <a:pPr lvl="0"/>
            <a:r>
              <a:rPr lang="en-US" dirty="0"/>
              <a:t>100%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212DBA2-E4CA-4633-9C0C-58EB9F03F1E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16016" y="2349500"/>
            <a:ext cx="3672334" cy="2879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rgbClr val="199DAC"/>
                </a:solidFill>
              </a:defRPr>
            </a:lvl1pPr>
            <a:lvl2pPr marL="609600" indent="0">
              <a:buNone/>
              <a:defRPr sz="1800">
                <a:solidFill>
                  <a:srgbClr val="199DAC"/>
                </a:solidFill>
              </a:defRPr>
            </a:lvl2pPr>
            <a:lvl3pPr marL="1219200" indent="0">
              <a:buNone/>
              <a:defRPr sz="1800">
                <a:solidFill>
                  <a:srgbClr val="199DAC"/>
                </a:solidFill>
              </a:defRPr>
            </a:lvl3pPr>
            <a:lvl4pPr marL="1828800" indent="0">
              <a:buNone/>
              <a:defRPr sz="1800">
                <a:solidFill>
                  <a:srgbClr val="199DAC"/>
                </a:solidFill>
              </a:defRPr>
            </a:lvl4pPr>
            <a:lvl5pPr marL="2438400" indent="0">
              <a:buNone/>
              <a:defRPr sz="1800">
                <a:solidFill>
                  <a:srgbClr val="199DAC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6D44D0B-0878-42C4-9A43-6D580C188C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8650" y="5157192"/>
            <a:ext cx="7472363" cy="79216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800"/>
            </a:lvl1pPr>
            <a:lvl2pPr marL="609600" indent="0" algn="r">
              <a:buNone/>
              <a:defRPr sz="1800"/>
            </a:lvl2pPr>
            <a:lvl3pPr marL="1219200" indent="0" algn="r">
              <a:buNone/>
              <a:defRPr sz="1800"/>
            </a:lvl3pPr>
            <a:lvl4pPr marL="1828800" indent="0" algn="r">
              <a:buNone/>
              <a:defRPr sz="1800"/>
            </a:lvl4pPr>
            <a:lvl5pPr marL="2438400" indent="0" algn="r"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7278581"/>
      </p:ext>
    </p:extLst>
  </p:cSld>
  <p:clrMapOvr>
    <a:masterClrMapping/>
  </p:clrMapOvr>
  <p:transition spd="slow"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024FF-3E1E-431F-977E-945DB2535B1A}" type="datetime1">
              <a:rPr lang="en-GB" smtClean="0"/>
              <a:t>15/08/2025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9C4FB-888A-4D12-A1C4-C744D94026CD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7887105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Section title and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E3DBD-28B5-6744-B93D-384D879AF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1974057"/>
            <a:ext cx="651562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99592" y="4221163"/>
            <a:ext cx="6515620" cy="6031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FontTx/>
              <a:buNone/>
              <a:defRPr sz="1350" b="0" i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03502511"/>
      </p:ext>
    </p:extLst>
  </p:cSld>
  <p:clrMapOvr>
    <a:masterClrMapping/>
  </p:clrMapOvr>
  <p:transition spd="slow"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Main headings, text and numbered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7448" y="1"/>
            <a:ext cx="1081410" cy="7197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899595" y="930592"/>
            <a:ext cx="6668019" cy="63466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766"/>
              </a:lnSpc>
              <a:buFontTx/>
              <a:buNone/>
              <a:defRPr sz="3585" b="0" i="0">
                <a:solidFill>
                  <a:srgbClr val="598752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840771" y="1795200"/>
            <a:ext cx="6726844" cy="4680099"/>
          </a:xfrm>
          <a:prstGeom prst="rect">
            <a:avLst/>
          </a:prstGeom>
        </p:spPr>
        <p:txBody>
          <a:bodyPr/>
          <a:lstStyle>
            <a:lvl1pPr marL="239088" indent="-239088">
              <a:buClr>
                <a:srgbClr val="598752"/>
              </a:buClr>
              <a:buFont typeface="+mj-lt"/>
              <a:buAutoNum type="arabicPeriod"/>
              <a:defRPr sz="14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85293" indent="-246205">
              <a:buClr>
                <a:srgbClr val="598752"/>
              </a:buClr>
              <a:buFont typeface="+mj-lt"/>
              <a:buAutoNum type="romanLcPeriod"/>
              <a:defRPr sz="14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4078" indent="-239088">
              <a:buClr>
                <a:srgbClr val="598752"/>
              </a:buClr>
              <a:buFont typeface="Arial" panose="020B0604020202020204" pitchFamily="34" charset="0"/>
              <a:buChar char="̶"/>
              <a:defRPr sz="14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2100563" indent="-461099">
              <a:buFont typeface="+mj-lt"/>
              <a:buAutoNum type="arabicPeriod"/>
              <a:defRPr sz="14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647051" indent="-461099">
              <a:buFont typeface="+mj-lt"/>
              <a:buAutoNum type="arabicPeriod"/>
              <a:defRPr sz="14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908337903"/>
      </p:ext>
    </p:extLst>
  </p:cSld>
  <p:clrMapOvr>
    <a:masterClrMapping/>
  </p:clrMapOvr>
  <p:transition spd="slow"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Main headings, text and numbered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7448" y="1"/>
            <a:ext cx="1081410" cy="7197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899595" y="930592"/>
            <a:ext cx="6668019" cy="63466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766"/>
              </a:lnSpc>
              <a:buFontTx/>
              <a:buNone/>
              <a:defRPr sz="3585" b="0" i="0">
                <a:solidFill>
                  <a:srgbClr val="598752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840771" y="1795200"/>
            <a:ext cx="6726844" cy="4680099"/>
          </a:xfrm>
          <a:prstGeom prst="rect">
            <a:avLst/>
          </a:prstGeom>
        </p:spPr>
        <p:txBody>
          <a:bodyPr/>
          <a:lstStyle>
            <a:lvl1pPr marL="239088" indent="-239088">
              <a:buClr>
                <a:srgbClr val="598752"/>
              </a:buClr>
              <a:buFont typeface="+mj-lt"/>
              <a:buAutoNum type="arabicPeriod"/>
              <a:defRPr sz="14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85293" indent="-246205">
              <a:buClr>
                <a:srgbClr val="598752"/>
              </a:buClr>
              <a:buFont typeface="+mj-lt"/>
              <a:buAutoNum type="romanLcPeriod"/>
              <a:defRPr sz="14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4078" indent="-239088">
              <a:buClr>
                <a:srgbClr val="598752"/>
              </a:buClr>
              <a:buFont typeface="Arial" panose="020B0604020202020204" pitchFamily="34" charset="0"/>
              <a:buChar char="̶"/>
              <a:defRPr sz="14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2100563" indent="-461099">
              <a:buFont typeface="+mj-lt"/>
              <a:buAutoNum type="arabicPeriod"/>
              <a:defRPr sz="14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647051" indent="-461099">
              <a:buFont typeface="+mj-lt"/>
              <a:buAutoNum type="arabicPeriod"/>
              <a:defRPr sz="14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534763700"/>
      </p:ext>
    </p:extLst>
  </p:cSld>
  <p:clrMapOvr>
    <a:masterClrMapping/>
  </p:clrMapOvr>
  <p:transition spd="slow"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Main headings, text and numbered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7448" y="1"/>
            <a:ext cx="1081410" cy="7197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899595" y="930592"/>
            <a:ext cx="6668019" cy="63466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766"/>
              </a:lnSpc>
              <a:buFontTx/>
              <a:buNone/>
              <a:defRPr sz="3585" b="0" i="0">
                <a:solidFill>
                  <a:srgbClr val="598752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840771" y="1795200"/>
            <a:ext cx="6726844" cy="4680099"/>
          </a:xfrm>
          <a:prstGeom prst="rect">
            <a:avLst/>
          </a:prstGeom>
        </p:spPr>
        <p:txBody>
          <a:bodyPr/>
          <a:lstStyle>
            <a:lvl1pPr marL="239088" indent="-239088">
              <a:buClr>
                <a:srgbClr val="598752"/>
              </a:buClr>
              <a:buFont typeface="+mj-lt"/>
              <a:buAutoNum type="arabicPeriod"/>
              <a:defRPr sz="14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85293" indent="-246205">
              <a:buClr>
                <a:srgbClr val="598752"/>
              </a:buClr>
              <a:buFont typeface="+mj-lt"/>
              <a:buAutoNum type="romanLcPeriod"/>
              <a:defRPr sz="14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4078" indent="-239088">
              <a:buClr>
                <a:srgbClr val="598752"/>
              </a:buClr>
              <a:buFont typeface="Arial" panose="020B0604020202020204" pitchFamily="34" charset="0"/>
              <a:buChar char="̶"/>
              <a:defRPr sz="14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2100563" indent="-461099">
              <a:buFont typeface="+mj-lt"/>
              <a:buAutoNum type="arabicPeriod"/>
              <a:defRPr sz="14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647051" indent="-461099">
              <a:buFont typeface="+mj-lt"/>
              <a:buAutoNum type="arabicPeriod"/>
              <a:defRPr sz="14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234335950"/>
      </p:ext>
    </p:extLst>
  </p:cSld>
  <p:clrMapOvr>
    <a:masterClrMapping/>
  </p:clrMapOvr>
  <p:transition spd="slow"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Main headings, text and numbered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7448" y="1"/>
            <a:ext cx="1081410" cy="7197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899595" y="930592"/>
            <a:ext cx="6668019" cy="63466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766"/>
              </a:lnSpc>
              <a:buFontTx/>
              <a:buNone/>
              <a:defRPr sz="3585" b="0" i="0">
                <a:solidFill>
                  <a:srgbClr val="598752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840771" y="1795200"/>
            <a:ext cx="6726844" cy="4680099"/>
          </a:xfrm>
          <a:prstGeom prst="rect">
            <a:avLst/>
          </a:prstGeom>
        </p:spPr>
        <p:txBody>
          <a:bodyPr/>
          <a:lstStyle>
            <a:lvl1pPr marL="239088" indent="-239088">
              <a:buClr>
                <a:srgbClr val="598752"/>
              </a:buClr>
              <a:buFont typeface="+mj-lt"/>
              <a:buAutoNum type="arabicPeriod"/>
              <a:defRPr sz="14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85293" indent="-246205">
              <a:buClr>
                <a:srgbClr val="598752"/>
              </a:buClr>
              <a:buFont typeface="+mj-lt"/>
              <a:buAutoNum type="romanLcPeriod"/>
              <a:defRPr sz="14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4078" indent="-239088">
              <a:buClr>
                <a:srgbClr val="598752"/>
              </a:buClr>
              <a:buFont typeface="Arial" panose="020B0604020202020204" pitchFamily="34" charset="0"/>
              <a:buChar char="̶"/>
              <a:defRPr sz="14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2100563" indent="-461099">
              <a:buFont typeface="+mj-lt"/>
              <a:buAutoNum type="arabicPeriod"/>
              <a:defRPr sz="14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647051" indent="-461099">
              <a:buFont typeface="+mj-lt"/>
              <a:buAutoNum type="arabicPeriod"/>
              <a:defRPr sz="14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045677264"/>
      </p:ext>
    </p:extLst>
  </p:cSld>
  <p:clrMapOvr>
    <a:masterClrMapping/>
  </p:clrMapOvr>
  <p:transition spd="slow"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Main headings, text and numbered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7448" y="1"/>
            <a:ext cx="1081410" cy="7197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899595" y="930592"/>
            <a:ext cx="6668019" cy="63466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766"/>
              </a:lnSpc>
              <a:buFontTx/>
              <a:buNone/>
              <a:defRPr sz="3585" b="0" i="0">
                <a:solidFill>
                  <a:srgbClr val="598752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840771" y="1795200"/>
            <a:ext cx="6726844" cy="4680099"/>
          </a:xfrm>
          <a:prstGeom prst="rect">
            <a:avLst/>
          </a:prstGeom>
        </p:spPr>
        <p:txBody>
          <a:bodyPr/>
          <a:lstStyle>
            <a:lvl1pPr marL="239088" indent="-239088">
              <a:buClr>
                <a:srgbClr val="598752"/>
              </a:buClr>
              <a:buFont typeface="+mj-lt"/>
              <a:buAutoNum type="arabicPeriod"/>
              <a:defRPr sz="14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85293" indent="-246205">
              <a:buClr>
                <a:srgbClr val="598752"/>
              </a:buClr>
              <a:buFont typeface="+mj-lt"/>
              <a:buAutoNum type="romanLcPeriod"/>
              <a:defRPr sz="14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4078" indent="-239088">
              <a:buClr>
                <a:srgbClr val="598752"/>
              </a:buClr>
              <a:buFont typeface="Arial" panose="020B0604020202020204" pitchFamily="34" charset="0"/>
              <a:buChar char="̶"/>
              <a:defRPr sz="14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2100563" indent="-461099">
              <a:buFont typeface="+mj-lt"/>
              <a:buAutoNum type="arabicPeriod"/>
              <a:defRPr sz="14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647051" indent="-461099">
              <a:buFont typeface="+mj-lt"/>
              <a:buAutoNum type="arabicPeriod"/>
              <a:defRPr sz="14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045343393"/>
      </p:ext>
    </p:extLst>
  </p:cSld>
  <p:clrMapOvr>
    <a:masterClrMapping/>
  </p:clrMapOvr>
  <p:transition spd="slow"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Main headings, text and numbered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7448" y="1"/>
            <a:ext cx="1081410" cy="7197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899595" y="930592"/>
            <a:ext cx="6668019" cy="63466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766"/>
              </a:lnSpc>
              <a:buFontTx/>
              <a:buNone/>
              <a:defRPr sz="3585" b="0" i="0">
                <a:solidFill>
                  <a:srgbClr val="598752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840771" y="1795200"/>
            <a:ext cx="6726844" cy="4680099"/>
          </a:xfrm>
          <a:prstGeom prst="rect">
            <a:avLst/>
          </a:prstGeom>
        </p:spPr>
        <p:txBody>
          <a:bodyPr/>
          <a:lstStyle>
            <a:lvl1pPr marL="239088" indent="-239088">
              <a:buClr>
                <a:srgbClr val="598752"/>
              </a:buClr>
              <a:buFont typeface="+mj-lt"/>
              <a:buAutoNum type="arabicPeriod"/>
              <a:defRPr sz="14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85293" indent="-246205">
              <a:buClr>
                <a:srgbClr val="598752"/>
              </a:buClr>
              <a:buFont typeface="+mj-lt"/>
              <a:buAutoNum type="romanLcPeriod"/>
              <a:defRPr sz="14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4078" indent="-239088">
              <a:buClr>
                <a:srgbClr val="598752"/>
              </a:buClr>
              <a:buFont typeface="Arial" panose="020B0604020202020204" pitchFamily="34" charset="0"/>
              <a:buChar char="̶"/>
              <a:defRPr sz="14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2100563" indent="-461099">
              <a:buFont typeface="+mj-lt"/>
              <a:buAutoNum type="arabicPeriod"/>
              <a:defRPr sz="14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647051" indent="-461099">
              <a:buFont typeface="+mj-lt"/>
              <a:buAutoNum type="arabicPeriod"/>
              <a:defRPr sz="14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35255737"/>
      </p:ext>
    </p:extLst>
  </p:cSld>
  <p:clrMapOvr>
    <a:masterClrMapping/>
  </p:clrMapOvr>
  <p:transition spd="slow"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Main headings, text and numbered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7448" y="1"/>
            <a:ext cx="1081410" cy="7197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899595" y="930592"/>
            <a:ext cx="6668019" cy="63466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766"/>
              </a:lnSpc>
              <a:buFontTx/>
              <a:buNone/>
              <a:defRPr sz="3585" b="0" i="0">
                <a:solidFill>
                  <a:srgbClr val="598752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840771" y="1795200"/>
            <a:ext cx="6726844" cy="4680099"/>
          </a:xfrm>
          <a:prstGeom prst="rect">
            <a:avLst/>
          </a:prstGeom>
        </p:spPr>
        <p:txBody>
          <a:bodyPr/>
          <a:lstStyle>
            <a:lvl1pPr marL="239088" indent="-239088">
              <a:buClr>
                <a:srgbClr val="598752"/>
              </a:buClr>
              <a:buFont typeface="+mj-lt"/>
              <a:buAutoNum type="arabicPeriod"/>
              <a:defRPr sz="14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85293" indent="-246205">
              <a:buClr>
                <a:srgbClr val="598752"/>
              </a:buClr>
              <a:buFont typeface="+mj-lt"/>
              <a:buAutoNum type="romanLcPeriod"/>
              <a:defRPr sz="14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4078" indent="-239088">
              <a:buClr>
                <a:srgbClr val="598752"/>
              </a:buClr>
              <a:buFont typeface="Arial" panose="020B0604020202020204" pitchFamily="34" charset="0"/>
              <a:buChar char="̶"/>
              <a:defRPr sz="14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2100563" indent="-461099">
              <a:buFont typeface="+mj-lt"/>
              <a:buAutoNum type="arabicPeriod"/>
              <a:defRPr sz="14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647051" indent="-461099">
              <a:buFont typeface="+mj-lt"/>
              <a:buAutoNum type="arabicPeriod"/>
              <a:defRPr sz="14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493815021"/>
      </p:ext>
    </p:extLst>
  </p:cSld>
  <p:clrMapOvr>
    <a:masterClrMapping/>
  </p:clrMapOvr>
  <p:transition spd="slow"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Main headings, text and numbered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7448" y="1"/>
            <a:ext cx="1081410" cy="7197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899595" y="930592"/>
            <a:ext cx="6668019" cy="63466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766"/>
              </a:lnSpc>
              <a:buFontTx/>
              <a:buNone/>
              <a:defRPr sz="3585" b="0" i="0">
                <a:solidFill>
                  <a:srgbClr val="598752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840771" y="1795200"/>
            <a:ext cx="6726844" cy="4680099"/>
          </a:xfrm>
          <a:prstGeom prst="rect">
            <a:avLst/>
          </a:prstGeom>
        </p:spPr>
        <p:txBody>
          <a:bodyPr/>
          <a:lstStyle>
            <a:lvl1pPr marL="239088" indent="-239088">
              <a:buClr>
                <a:srgbClr val="598752"/>
              </a:buClr>
              <a:buFont typeface="+mj-lt"/>
              <a:buAutoNum type="arabicPeriod"/>
              <a:defRPr sz="14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85293" indent="-246205">
              <a:buClr>
                <a:srgbClr val="598752"/>
              </a:buClr>
              <a:buFont typeface="+mj-lt"/>
              <a:buAutoNum type="romanLcPeriod"/>
              <a:defRPr sz="14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4078" indent="-239088">
              <a:buClr>
                <a:srgbClr val="598752"/>
              </a:buClr>
              <a:buFont typeface="Arial" panose="020B0604020202020204" pitchFamily="34" charset="0"/>
              <a:buChar char="̶"/>
              <a:defRPr sz="14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2100563" indent="-461099">
              <a:buFont typeface="+mj-lt"/>
              <a:buAutoNum type="arabicPeriod"/>
              <a:defRPr sz="14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647051" indent="-461099">
              <a:buFont typeface="+mj-lt"/>
              <a:buAutoNum type="arabicPeriod"/>
              <a:defRPr sz="14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056717621"/>
      </p:ext>
    </p:extLst>
  </p:cSld>
  <p:clrMapOvr>
    <a:masterClrMapping/>
  </p:clrMapOvr>
  <p:transition spd="slow"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Main headings, text and numbered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7448" y="1"/>
            <a:ext cx="1081410" cy="7197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899595" y="930592"/>
            <a:ext cx="6668019" cy="63466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766"/>
              </a:lnSpc>
              <a:buFontTx/>
              <a:buNone/>
              <a:defRPr sz="3585" b="0" i="0">
                <a:solidFill>
                  <a:srgbClr val="598752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840771" y="1795200"/>
            <a:ext cx="6726844" cy="4680099"/>
          </a:xfrm>
          <a:prstGeom prst="rect">
            <a:avLst/>
          </a:prstGeom>
        </p:spPr>
        <p:txBody>
          <a:bodyPr/>
          <a:lstStyle>
            <a:lvl1pPr marL="239088" indent="-239088">
              <a:buClr>
                <a:srgbClr val="598752"/>
              </a:buClr>
              <a:buFont typeface="+mj-lt"/>
              <a:buAutoNum type="arabicPeriod"/>
              <a:defRPr sz="14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85293" indent="-246205">
              <a:buClr>
                <a:srgbClr val="598752"/>
              </a:buClr>
              <a:buFont typeface="+mj-lt"/>
              <a:buAutoNum type="romanLcPeriod"/>
              <a:defRPr sz="14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4078" indent="-239088">
              <a:buClr>
                <a:srgbClr val="598752"/>
              </a:buClr>
              <a:buFont typeface="Arial" panose="020B0604020202020204" pitchFamily="34" charset="0"/>
              <a:buChar char="̶"/>
              <a:defRPr sz="14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2100563" indent="-461099">
              <a:buFont typeface="+mj-lt"/>
              <a:buAutoNum type="arabicPeriod"/>
              <a:defRPr sz="14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647051" indent="-461099">
              <a:buFont typeface="+mj-lt"/>
              <a:buAutoNum type="arabicPeriod"/>
              <a:defRPr sz="14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825205034"/>
      </p:ext>
    </p:extLst>
  </p:cSld>
  <p:clrMapOvr>
    <a:masterClrMapping/>
  </p:clrMapOvr>
  <p:transition spd="slow"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Main headings, text and numbered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7448" y="1"/>
            <a:ext cx="1081410" cy="7197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899595" y="930592"/>
            <a:ext cx="6668019" cy="63466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766"/>
              </a:lnSpc>
              <a:buFontTx/>
              <a:buNone/>
              <a:defRPr sz="3585" b="0" i="0">
                <a:solidFill>
                  <a:srgbClr val="598752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840771" y="1795200"/>
            <a:ext cx="6726844" cy="4680099"/>
          </a:xfrm>
          <a:prstGeom prst="rect">
            <a:avLst/>
          </a:prstGeom>
        </p:spPr>
        <p:txBody>
          <a:bodyPr/>
          <a:lstStyle>
            <a:lvl1pPr marL="239088" indent="-239088">
              <a:buClr>
                <a:srgbClr val="598752"/>
              </a:buClr>
              <a:buFont typeface="+mj-lt"/>
              <a:buAutoNum type="arabicPeriod"/>
              <a:defRPr sz="14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85293" indent="-246205">
              <a:buClr>
                <a:srgbClr val="598752"/>
              </a:buClr>
              <a:buFont typeface="+mj-lt"/>
              <a:buAutoNum type="romanLcPeriod"/>
              <a:defRPr sz="14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4078" indent="-239088">
              <a:buClr>
                <a:srgbClr val="598752"/>
              </a:buClr>
              <a:buFont typeface="Arial" panose="020B0604020202020204" pitchFamily="34" charset="0"/>
              <a:buChar char="̶"/>
              <a:defRPr sz="14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2100563" indent="-461099">
              <a:buFont typeface="+mj-lt"/>
              <a:buAutoNum type="arabicPeriod"/>
              <a:defRPr sz="14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647051" indent="-461099">
              <a:buFont typeface="+mj-lt"/>
              <a:buAutoNum type="arabicPeriod"/>
              <a:defRPr sz="14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93319704"/>
      </p:ext>
    </p:extLst>
  </p:cSld>
  <p:clrMapOvr>
    <a:masterClrMapping/>
  </p:clrMapOvr>
  <p:transition spd="slow"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Main headings, text and numbered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7448" y="1"/>
            <a:ext cx="1081410" cy="7197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899595" y="930592"/>
            <a:ext cx="6668019" cy="63466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766"/>
              </a:lnSpc>
              <a:buFontTx/>
              <a:buNone/>
              <a:defRPr sz="3585" b="0" i="0">
                <a:solidFill>
                  <a:srgbClr val="598752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840771" y="1795200"/>
            <a:ext cx="6726844" cy="4680099"/>
          </a:xfrm>
          <a:prstGeom prst="rect">
            <a:avLst/>
          </a:prstGeom>
        </p:spPr>
        <p:txBody>
          <a:bodyPr/>
          <a:lstStyle>
            <a:lvl1pPr marL="239088" indent="-239088">
              <a:buClr>
                <a:srgbClr val="598752"/>
              </a:buClr>
              <a:buFont typeface="+mj-lt"/>
              <a:buAutoNum type="arabicPeriod"/>
              <a:defRPr sz="14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85293" indent="-246205">
              <a:buClr>
                <a:srgbClr val="598752"/>
              </a:buClr>
              <a:buFont typeface="+mj-lt"/>
              <a:buAutoNum type="romanLcPeriod"/>
              <a:defRPr sz="14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4078" indent="-239088">
              <a:buClr>
                <a:srgbClr val="598752"/>
              </a:buClr>
              <a:buFont typeface="Arial" panose="020B0604020202020204" pitchFamily="34" charset="0"/>
              <a:buChar char="̶"/>
              <a:defRPr sz="14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2100563" indent="-461099">
              <a:buFont typeface="+mj-lt"/>
              <a:buAutoNum type="arabicPeriod"/>
              <a:defRPr sz="14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647051" indent="-461099">
              <a:buFont typeface="+mj-lt"/>
              <a:buAutoNum type="arabicPeriod"/>
              <a:defRPr sz="1435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877413690"/>
      </p:ext>
    </p:extLst>
  </p:cSld>
  <p:clrMapOvr>
    <a:masterClrMapping/>
  </p:clrMapOvr>
  <p:transition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35.xml"/><Relationship Id="rId26" Type="http://schemas.openxmlformats.org/officeDocument/2006/relationships/slideLayout" Target="../slideLayouts/slideLayout43.xml"/><Relationship Id="rId3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38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4.xml"/><Relationship Id="rId25" Type="http://schemas.openxmlformats.org/officeDocument/2006/relationships/slideLayout" Target="../slideLayouts/slideLayout42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20" Type="http://schemas.openxmlformats.org/officeDocument/2006/relationships/slideLayout" Target="../slideLayouts/slideLayout37.xml"/><Relationship Id="rId29" Type="http://schemas.openxmlformats.org/officeDocument/2006/relationships/image" Target="../media/image1.jpeg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24" Type="http://schemas.openxmlformats.org/officeDocument/2006/relationships/slideLayout" Target="../slideLayouts/slideLayout41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23" Type="http://schemas.openxmlformats.org/officeDocument/2006/relationships/slideLayout" Target="../slideLayouts/slideLayout40.xml"/><Relationship Id="rId28" Type="http://schemas.openxmlformats.org/officeDocument/2006/relationships/theme" Target="../theme/theme2.xml"/><Relationship Id="rId10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6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D7E385-10D3-CC4C-B8C0-4CD9D91D4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296" y="0"/>
            <a:ext cx="1081087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3631A212-DAA8-B544-9BA8-9F3465AA8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92696"/>
            <a:ext cx="7886700" cy="1325563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2" r:id="rId1"/>
    <p:sldLayoutId id="2147483963" r:id="rId2"/>
    <p:sldLayoutId id="2147483964" r:id="rId3"/>
    <p:sldLayoutId id="2147483965" r:id="rId4"/>
    <p:sldLayoutId id="2147483966" r:id="rId5"/>
    <p:sldLayoutId id="2147483967" r:id="rId6"/>
    <p:sldLayoutId id="2147483968" r:id="rId7"/>
    <p:sldLayoutId id="2147483969" r:id="rId8"/>
    <p:sldLayoutId id="2147483970" r:id="rId9"/>
    <p:sldLayoutId id="2147483971" r:id="rId10"/>
    <p:sldLayoutId id="2147483972" r:id="rId11"/>
    <p:sldLayoutId id="2147483973" r:id="rId12"/>
    <p:sldLayoutId id="2147483974" r:id="rId13"/>
    <p:sldLayoutId id="2147483976" r:id="rId14"/>
    <p:sldLayoutId id="2147483977" r:id="rId15"/>
    <p:sldLayoutId id="2147483978" r:id="rId16"/>
    <p:sldLayoutId id="2147483997" r:id="rId17"/>
  </p:sldLayoutIdLst>
  <p:transition spd="slow">
    <p:fade/>
  </p:transition>
  <p:txStyles>
    <p:titleStyle>
      <a:lvl1pPr algn="l" defTabSz="606425" rtl="0" eaLnBrk="1" fontAlgn="base" hangingPunct="1">
        <a:spcBef>
          <a:spcPct val="0"/>
        </a:spcBef>
        <a:spcAft>
          <a:spcPct val="0"/>
        </a:spcAft>
        <a:defRPr sz="3600" kern="1200">
          <a:solidFill>
            <a:srgbClr val="1A9DAC"/>
          </a:solidFill>
          <a:latin typeface="+mj-lt"/>
          <a:ea typeface="ＭＳ Ｐゴシック" charset="0"/>
          <a:cs typeface="ＭＳ Ｐゴシック" charset="0"/>
        </a:defRPr>
      </a:lvl1pPr>
      <a:lvl2pPr algn="ctr" defTabSz="606425" rtl="0" eaLnBrk="1" fontAlgn="base" hangingPunct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606425" rtl="0" eaLnBrk="1" fontAlgn="base" hangingPunct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606425" rtl="0" eaLnBrk="1" fontAlgn="base" hangingPunct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606425" rtl="0" eaLnBrk="1" fontAlgn="base" hangingPunct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609555" algn="ctr" defTabSz="60955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1219110" algn="ctr" defTabSz="60955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828664" algn="ctr" defTabSz="60955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2438218" algn="ctr" defTabSz="60955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454025" indent="-4540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420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987425" indent="-3778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37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520825" indent="-3016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2130425" indent="-3016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740025" indent="-3016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6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D7E385-10D3-CC4C-B8C0-4CD9D91D4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296" y="0"/>
            <a:ext cx="1081087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3631A212-DAA8-B544-9BA8-9F3465AA8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92696"/>
            <a:ext cx="7886700" cy="1325563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492F758-98FA-F137-CA28-0CE50EF82F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296" y="0"/>
            <a:ext cx="1081087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01765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0" r:id="rId1"/>
    <p:sldLayoutId id="2147483981" r:id="rId2"/>
    <p:sldLayoutId id="2147483982" r:id="rId3"/>
    <p:sldLayoutId id="2147483983" r:id="rId4"/>
    <p:sldLayoutId id="2147483984" r:id="rId5"/>
    <p:sldLayoutId id="2147483985" r:id="rId6"/>
    <p:sldLayoutId id="2147483986" r:id="rId7"/>
    <p:sldLayoutId id="2147483987" r:id="rId8"/>
    <p:sldLayoutId id="2147483988" r:id="rId9"/>
    <p:sldLayoutId id="2147483989" r:id="rId10"/>
    <p:sldLayoutId id="2147483990" r:id="rId11"/>
    <p:sldLayoutId id="2147483991" r:id="rId12"/>
    <p:sldLayoutId id="2147483992" r:id="rId13"/>
    <p:sldLayoutId id="2147483993" r:id="rId14"/>
    <p:sldLayoutId id="2147483995" r:id="rId15"/>
    <p:sldLayoutId id="2147483996" r:id="rId16"/>
    <p:sldLayoutId id="2147483998" r:id="rId17"/>
    <p:sldLayoutId id="2147483999" r:id="rId18"/>
    <p:sldLayoutId id="2147484000" r:id="rId19"/>
    <p:sldLayoutId id="2147484001" r:id="rId20"/>
    <p:sldLayoutId id="2147484002" r:id="rId21"/>
    <p:sldLayoutId id="2147484003" r:id="rId22"/>
    <p:sldLayoutId id="2147484012" r:id="rId23"/>
    <p:sldLayoutId id="2147484013" r:id="rId24"/>
    <p:sldLayoutId id="2147484014" r:id="rId25"/>
    <p:sldLayoutId id="2147484016" r:id="rId26"/>
    <p:sldLayoutId id="2147484017" r:id="rId27"/>
  </p:sldLayoutIdLst>
  <p:transition spd="slow">
    <p:fade/>
  </p:transition>
  <p:txStyles>
    <p:titleStyle>
      <a:lvl1pPr algn="l" defTabSz="606425" rtl="0" eaLnBrk="1" fontAlgn="base" hangingPunct="1">
        <a:spcBef>
          <a:spcPct val="0"/>
        </a:spcBef>
        <a:spcAft>
          <a:spcPct val="0"/>
        </a:spcAft>
        <a:defRPr sz="3600" kern="1200">
          <a:solidFill>
            <a:srgbClr val="1A9DAC"/>
          </a:solidFill>
          <a:latin typeface="+mj-lt"/>
          <a:ea typeface="ＭＳ Ｐゴシック" charset="0"/>
          <a:cs typeface="ＭＳ Ｐゴシック" charset="0"/>
        </a:defRPr>
      </a:lvl1pPr>
      <a:lvl2pPr algn="ctr" defTabSz="606425" rtl="0" eaLnBrk="1" fontAlgn="base" hangingPunct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606425" rtl="0" eaLnBrk="1" fontAlgn="base" hangingPunct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606425" rtl="0" eaLnBrk="1" fontAlgn="base" hangingPunct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606425" rtl="0" eaLnBrk="1" fontAlgn="base" hangingPunct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609555" algn="ctr" defTabSz="60955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1219110" algn="ctr" defTabSz="60955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828664" algn="ctr" defTabSz="60955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2438218" algn="ctr" defTabSz="60955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454025" indent="-4540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420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987425" indent="-3778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37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520825" indent="-3016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2130425" indent="-3016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740025" indent="-3016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6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2.xml"/><Relationship Id="rId5" Type="http://schemas.openxmlformats.org/officeDocument/2006/relationships/hyperlink" Target="https://creativecommons.org/licenses/by-nc-sa/3.0/" TargetMode="External"/><Relationship Id="rId4" Type="http://schemas.openxmlformats.org/officeDocument/2006/relationships/hyperlink" Target="https://jdorganizer.blogspot.com/2008/06/procrastination-and-making-decisions.html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6.png"/><Relationship Id="rId18" Type="http://schemas.openxmlformats.org/officeDocument/2006/relationships/hyperlink" Target="https://pxhere.com/en/photo/882807" TargetMode="External"/><Relationship Id="rId3" Type="http://schemas.openxmlformats.org/officeDocument/2006/relationships/image" Target="../media/image410.png"/><Relationship Id="rId7" Type="http://schemas.openxmlformats.org/officeDocument/2006/relationships/image" Target="../media/image80.png"/><Relationship Id="rId12" Type="http://schemas.openxmlformats.org/officeDocument/2006/relationships/image" Target="../media/image13.png"/><Relationship Id="rId17" Type="http://schemas.openxmlformats.org/officeDocument/2006/relationships/image" Target="../media/image18.jpg"/><Relationship Id="rId2" Type="http://schemas.openxmlformats.org/officeDocument/2006/relationships/notesSlide" Target="../notesSlides/notesSlide6.xml"/><Relationship Id="rId16" Type="http://schemas.openxmlformats.org/officeDocument/2006/relationships/hyperlink" Target="https://pxhere.com/it/photo/1439803" TargetMode="External"/><Relationship Id="rId1" Type="http://schemas.openxmlformats.org/officeDocument/2006/relationships/slideLayout" Target="../slideLayouts/slideLayout32.xml"/><Relationship Id="rId6" Type="http://schemas.openxmlformats.org/officeDocument/2006/relationships/image" Target="../media/image7.png"/><Relationship Id="rId11" Type="http://schemas.openxmlformats.org/officeDocument/2006/relationships/image" Target="../media/image120.png"/><Relationship Id="rId5" Type="http://schemas.openxmlformats.org/officeDocument/2006/relationships/image" Target="../media/image65.png"/><Relationship Id="rId15" Type="http://schemas.openxmlformats.org/officeDocument/2006/relationships/image" Target="../media/image17.jp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0.png"/><Relationship Id="rId14" Type="http://schemas.openxmlformats.org/officeDocument/2006/relationships/hyperlink" Target="https://openclipart.org/detail/70339/home-price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2.xml"/><Relationship Id="rId6" Type="http://schemas.openxmlformats.org/officeDocument/2006/relationships/hyperlink" Target="https://en.wikipedia.org/wiki/File:Red_x.svg" TargetMode="External"/><Relationship Id="rId5" Type="http://schemas.openxmlformats.org/officeDocument/2006/relationships/image" Target="../media/image22.png"/><Relationship Id="rId4" Type="http://schemas.openxmlformats.org/officeDocument/2006/relationships/hyperlink" Target="https://en.wikipedia.org/wiki/File:Light_green_check.svg" TargetMode="Externa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5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EF73C-04D4-7BB1-2084-E39FB595A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0826" y="1412776"/>
            <a:ext cx="7093174" cy="5176142"/>
          </a:xfrm>
        </p:spPr>
        <p:txBody>
          <a:bodyPr>
            <a:noAutofit/>
          </a:bodyPr>
          <a:lstStyle/>
          <a:p>
            <a:r>
              <a:rPr lang="en-GB" sz="4400" dirty="0"/>
              <a:t>UMET9G-30-1 </a:t>
            </a:r>
            <a:br>
              <a:rPr lang="en-GB" sz="4400" dirty="0"/>
            </a:br>
            <a:r>
              <a:rPr lang="en-GB" sz="4400" dirty="0"/>
              <a:t>Accounting &amp; Finance for Decision Making</a:t>
            </a:r>
            <a:br>
              <a:rPr lang="en-GB" sz="4400" dirty="0"/>
            </a:br>
            <a:br>
              <a:rPr lang="en-GB" sz="4400" dirty="0"/>
            </a:br>
            <a:r>
              <a:rPr lang="en-GB" sz="4400" dirty="0"/>
              <a:t>Investment Appraisal – part 1, Payback Period and ARR</a:t>
            </a:r>
            <a:br>
              <a:rPr lang="en-GB" sz="4400" dirty="0"/>
            </a:br>
            <a:endParaRPr lang="en-GB" sz="4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D6E62E-6AD9-4D0B-7E60-F93F395E3C4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D96836-D923-AFEB-B3B3-9CB34EE42EC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BED68A-8FE9-778F-F1C5-2E5F562E7F2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C1755D-B81A-989A-E980-95F07C352C0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0722381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214CE-3250-F7F0-AE05-421FA0F9E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/>
              <a:t>Recap</a:t>
            </a:r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FF9B3823-0605-807A-5635-4865E10F2BE4}"/>
              </a:ext>
            </a:extLst>
          </p:cNvPr>
          <p:cNvSpPr>
            <a:spLocks noGrp="1"/>
          </p:cNvSpPr>
          <p:nvPr>
            <p:ph type="chart" sz="quarter" idx="11"/>
          </p:nvPr>
        </p:nvSpPr>
        <p:spPr>
          <a:xfrm>
            <a:off x="899591" y="2132855"/>
            <a:ext cx="7351893" cy="4032447"/>
          </a:xfrm>
        </p:spPr>
        <p:txBody>
          <a:bodyPr/>
          <a:lstStyle/>
          <a:p>
            <a:pPr marL="0" indent="0">
              <a:buNone/>
            </a:pPr>
            <a:r>
              <a:rPr lang="en-GB" sz="3200" dirty="0">
                <a:latin typeface="Segoe Sans"/>
              </a:rPr>
              <a:t>The last study unit covered:</a:t>
            </a:r>
          </a:p>
          <a:p>
            <a:pPr>
              <a:buFontTx/>
              <a:buChar char="-"/>
            </a:pPr>
            <a:r>
              <a:rPr lang="en-GB" sz="3200" dirty="0">
                <a:latin typeface="Segoe Sans"/>
              </a:rPr>
              <a:t>The need for financial analysis</a:t>
            </a:r>
          </a:p>
          <a:p>
            <a:pPr>
              <a:buFontTx/>
              <a:buChar char="-"/>
            </a:pPr>
            <a:r>
              <a:rPr lang="en-GB" sz="3200" dirty="0">
                <a:latin typeface="Segoe Sans"/>
              </a:rPr>
              <a:t>The key classification of ratios</a:t>
            </a:r>
          </a:p>
          <a:p>
            <a:pPr>
              <a:buFontTx/>
              <a:buChar char="-"/>
            </a:pPr>
            <a:r>
              <a:rPr lang="en-GB" sz="3200" dirty="0">
                <a:latin typeface="Segoe Sans"/>
              </a:rPr>
              <a:t>Use of Key Ratios</a:t>
            </a:r>
          </a:p>
          <a:p>
            <a:pPr>
              <a:buFontTx/>
              <a:buChar char="-"/>
            </a:pPr>
            <a:r>
              <a:rPr lang="en-GB" sz="3200" dirty="0">
                <a:latin typeface="Segoe Sans"/>
              </a:rPr>
              <a:t>Interpretation of the Key ratios</a:t>
            </a:r>
          </a:p>
        </p:txBody>
      </p:sp>
      <p:pic>
        <p:nvPicPr>
          <p:cNvPr id="5" name="Graphic 4" descr="Clipboard Checked with solid fill">
            <a:extLst>
              <a:ext uri="{FF2B5EF4-FFF2-40B4-BE49-F238E27FC236}">
                <a16:creationId xmlns:a16="http://schemas.microsoft.com/office/drawing/2014/main" id="{295E040E-13B2-6A1F-C2CA-FE2D44F882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21885" y="29718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890035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9" name="Title 1">
            <a:extLst>
              <a:ext uri="{FF2B5EF4-FFF2-40B4-BE49-F238E27FC236}">
                <a16:creationId xmlns:a16="http://schemas.microsoft.com/office/drawing/2014/main" id="{B54CC29E-BA68-10E6-2F39-FA1EBE0C9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515" y="1376773"/>
            <a:ext cx="7886700" cy="646548"/>
          </a:xfrm>
        </p:spPr>
        <p:txBody>
          <a:bodyPr/>
          <a:lstStyle/>
          <a:p>
            <a:pPr algn="l"/>
            <a:r>
              <a:rPr lang="en-US" dirty="0"/>
              <a:t>Learning Outcomes</a:t>
            </a:r>
          </a:p>
        </p:txBody>
      </p:sp>
      <p:graphicFrame>
        <p:nvGraphicFramePr>
          <p:cNvPr id="13315" name="Text Placeholder 1">
            <a:extLst>
              <a:ext uri="{FF2B5EF4-FFF2-40B4-BE49-F238E27FC236}">
                <a16:creationId xmlns:a16="http://schemas.microsoft.com/office/drawing/2014/main" id="{C2855CC1-6974-FD0F-632A-C97A1652BB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737522"/>
              </p:ext>
            </p:extLst>
          </p:nvPr>
        </p:nvGraphicFramePr>
        <p:xfrm>
          <a:off x="892515" y="2492896"/>
          <a:ext cx="7632848" cy="34035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899595" y="1430391"/>
            <a:ext cx="6668020" cy="1047562"/>
          </a:xfrm>
        </p:spPr>
        <p:txBody>
          <a:bodyPr/>
          <a:lstStyle/>
          <a:p>
            <a:pPr>
              <a:spcBef>
                <a:spcPct val="0"/>
              </a:spcBef>
            </a:pPr>
            <a:r>
              <a:rPr lang="en-GB" sz="3600" dirty="0">
                <a:solidFill>
                  <a:srgbClr val="1A9DAC"/>
                </a:solidFill>
                <a:latin typeface="+mj-lt"/>
                <a:ea typeface="ＭＳ Ｐゴシック" charset="0"/>
              </a:rPr>
              <a:t>A Balance Sheet Equation - Reminder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42653" y="2202437"/>
            <a:ext cx="1280255" cy="936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743" b="1" dirty="0">
                <a:solidFill>
                  <a:schemeClr val="tx2"/>
                </a:solidFill>
                <a:latin typeface="Comic Sans MS" pitchFamily="66" charset="0"/>
              </a:rPr>
              <a:t>Capital</a:t>
            </a:r>
            <a:r>
              <a:rPr lang="en-GB" sz="2438" b="1" dirty="0">
                <a:solidFill>
                  <a:schemeClr val="tx2"/>
                </a:solidFill>
                <a:latin typeface="Comic Sans MS" pitchFamily="66" charset="0"/>
              </a:rPr>
              <a:t> </a:t>
            </a:r>
          </a:p>
        </p:txBody>
      </p:sp>
      <p:sp>
        <p:nvSpPr>
          <p:cNvPr id="7" name="Right Arrow 6"/>
          <p:cNvSpPr/>
          <p:nvPr/>
        </p:nvSpPr>
        <p:spPr>
          <a:xfrm rot="10800000">
            <a:off x="3072273" y="2771183"/>
            <a:ext cx="2021016" cy="39263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219133" y="3355843"/>
            <a:ext cx="8573710" cy="877889"/>
          </a:xfrm>
          <a:prstGeom prst="rect">
            <a:avLst/>
          </a:prstGeom>
        </p:spPr>
        <p:txBody>
          <a:bodyPr>
            <a:noAutofit/>
          </a:bodyPr>
          <a:lstStyle>
            <a:lvl1pPr marL="800100" indent="-800100" algn="l" defTabSz="1069975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7400" kern="12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1741488" indent="-665163" algn="l" defTabSz="1069975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65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2pPr>
            <a:lvl3pPr marL="2682875" indent="-531813" algn="l" defTabSz="1069975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3pPr>
            <a:lvl4pPr marL="3759200" indent="-531813" algn="l" defTabSz="1069975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45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4pPr>
            <a:lvl5pPr marL="4833938" indent="-531813" algn="l" defTabSz="1069975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45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5pPr>
            <a:lvl6pPr marL="5916109" indent="-537824" algn="l" defTabSz="1075657" rtl="0" eaLnBrk="1" latinLnBrk="0" hangingPunct="1">
              <a:spcBef>
                <a:spcPct val="20000"/>
              </a:spcBef>
              <a:buFont typeface="Arial"/>
              <a:buChar char="•"/>
              <a:defRPr sz="47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991768" indent="-537824" algn="l" defTabSz="1075657" rtl="0" eaLnBrk="1" latinLnBrk="0" hangingPunct="1">
              <a:spcBef>
                <a:spcPct val="20000"/>
              </a:spcBef>
              <a:buFont typeface="Arial"/>
              <a:buChar char="•"/>
              <a:defRPr sz="47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067426" indent="-537824" algn="l" defTabSz="1075657" rtl="0" eaLnBrk="1" latinLnBrk="0" hangingPunct="1">
              <a:spcBef>
                <a:spcPct val="20000"/>
              </a:spcBef>
              <a:buFont typeface="Arial"/>
              <a:buChar char="•"/>
              <a:defRPr sz="47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9143079" indent="-537824" algn="l" defTabSz="1075657" rtl="0" eaLnBrk="1" latinLnBrk="0" hangingPunct="1">
              <a:spcBef>
                <a:spcPct val="20000"/>
              </a:spcBef>
              <a:buFont typeface="Arial"/>
              <a:buChar char="•"/>
              <a:defRPr sz="47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buNone/>
            </a:pPr>
            <a:r>
              <a:rPr lang="en-GB" sz="3759" b="1" u="sng" dirty="0">
                <a:solidFill>
                  <a:schemeClr val="tx2"/>
                </a:solidFill>
                <a:latin typeface="Comic Sans MS" pitchFamily="66" charset="0"/>
              </a:rPr>
              <a:t>Assets  =  Equity  +  Liabilities 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151067" y="4425759"/>
            <a:ext cx="1942221" cy="35665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/>
          <p:cNvSpPr txBox="1"/>
          <p:nvPr/>
        </p:nvSpPr>
        <p:spPr>
          <a:xfrm>
            <a:off x="3438602" y="5111621"/>
            <a:ext cx="1367150" cy="51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743" b="1" dirty="0">
                <a:solidFill>
                  <a:schemeClr val="tx2"/>
                </a:solidFill>
                <a:latin typeface="Comic Sans MS" pitchFamily="66" charset="0"/>
              </a:rPr>
              <a:t>Return  </a:t>
            </a:r>
          </a:p>
        </p:txBody>
      </p:sp>
    </p:spTree>
    <p:extLst>
      <p:ext uri="{BB962C8B-B14F-4D97-AF65-F5344CB8AC3E}">
        <p14:creationId xmlns:p14="http://schemas.microsoft.com/office/powerpoint/2010/main" val="1095473406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9" grpId="0" animBg="1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966888"/>
            <a:ext cx="7886700" cy="634117"/>
          </a:xfrm>
        </p:spPr>
        <p:txBody>
          <a:bodyPr>
            <a:normAutofit/>
          </a:bodyPr>
          <a:lstStyle/>
          <a:p>
            <a:r>
              <a:rPr lang="en-GB" dirty="0"/>
              <a:t>Role of Finance in Corporations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1704974"/>
            <a:ext cx="8591550" cy="2059782"/>
          </a:xfrm>
        </p:spPr>
        <p:txBody>
          <a:bodyPr>
            <a:normAutofit/>
          </a:bodyPr>
          <a:lstStyle/>
          <a:p>
            <a:pPr marL="0" indent="0">
              <a:buClr>
                <a:srgbClr val="C00000"/>
              </a:buClr>
              <a:buSzPct val="90000"/>
              <a:buNone/>
            </a:pPr>
            <a:r>
              <a:rPr lang="en-GB" sz="1800" dirty="0"/>
              <a:t>The </a:t>
            </a:r>
            <a:r>
              <a:rPr lang="en-GB" sz="1800" b="1" dirty="0"/>
              <a:t>three decisions </a:t>
            </a:r>
            <a:r>
              <a:rPr lang="en-GB" sz="1800" dirty="0"/>
              <a:t>of financial management are:</a:t>
            </a:r>
          </a:p>
          <a:p>
            <a:pPr marL="15479" indent="0">
              <a:buClr>
                <a:srgbClr val="C00000"/>
              </a:buClr>
              <a:buSzPct val="90000"/>
              <a:buNone/>
            </a:pPr>
            <a:endParaRPr lang="en-GB" sz="1800" dirty="0"/>
          </a:p>
          <a:p>
            <a:pPr marL="176213" indent="0">
              <a:buClr>
                <a:srgbClr val="C00000"/>
              </a:buClr>
              <a:buSzPct val="90000"/>
              <a:buNone/>
            </a:pPr>
            <a:endParaRPr lang="en-GB" sz="1800" dirty="0">
              <a:solidFill>
                <a:schemeClr val="accent5">
                  <a:lumMod val="75000"/>
                </a:schemeClr>
              </a:solidFill>
            </a:endParaRPr>
          </a:p>
          <a:p>
            <a:pPr marL="176213" indent="0">
              <a:buClr>
                <a:srgbClr val="C00000"/>
              </a:buClr>
              <a:buSzPct val="90000"/>
              <a:buNone/>
            </a:pPr>
            <a:endParaRPr lang="en-GB" sz="1800" b="1" dirty="0">
              <a:solidFill>
                <a:schemeClr val="accent5">
                  <a:lumMod val="75000"/>
                </a:schemeClr>
              </a:solidFill>
            </a:endParaRPr>
          </a:p>
          <a:p>
            <a:pPr marL="176213" indent="0">
              <a:buClr>
                <a:srgbClr val="C00000"/>
              </a:buClr>
              <a:buSzPct val="90000"/>
              <a:buNone/>
            </a:pPr>
            <a:endParaRPr lang="en-GB" sz="1800" dirty="0"/>
          </a:p>
          <a:p>
            <a:pPr marL="176213" indent="0">
              <a:buClr>
                <a:srgbClr val="C00000"/>
              </a:buClr>
              <a:buSzPct val="90000"/>
              <a:buNone/>
            </a:pPr>
            <a:endParaRPr lang="en-GB" sz="1800" dirty="0"/>
          </a:p>
          <a:p>
            <a:pPr marL="0" indent="0">
              <a:buClr>
                <a:srgbClr val="C00000"/>
              </a:buClr>
              <a:buSzPct val="90000"/>
              <a:buNone/>
            </a:pPr>
            <a:endParaRPr lang="en-GB" sz="18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48754" y="5710698"/>
            <a:ext cx="679467" cy="405323"/>
          </a:xfrm>
          <a:ln w="12700"/>
        </p:spPr>
        <p:txBody>
          <a:bodyPr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0F99C4FB-888A-4D12-A1C4-C744D94026CD}" type="slidenum">
              <a:rPr lang="en-GB" sz="135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/>
                <a:ea typeface="+mn-ea"/>
              </a:rPr>
              <a:pPr algn="ctr"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5</a:t>
            </a:fld>
            <a:endParaRPr lang="en-GB" sz="1350" dirty="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/>
              <a:ea typeface="+mn-ea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62A2C082-F459-534C-83A4-812458F6355C}"/>
              </a:ext>
            </a:extLst>
          </p:cNvPr>
          <p:cNvSpPr/>
          <p:nvPr/>
        </p:nvSpPr>
        <p:spPr>
          <a:xfrm>
            <a:off x="3473158" y="2227306"/>
            <a:ext cx="2197682" cy="4157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3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1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9711" tIns="89711" rIns="89711" bIns="89711" numCol="1" spcCol="1270" anchor="ctr" anchorCtr="0">
            <a:noAutofit/>
          </a:bodyPr>
          <a:lstStyle/>
          <a:p>
            <a:pPr algn="ctr" defTabSz="733425" eaLnBrk="1" fontAlgn="auto" hangingPunct="1">
              <a:lnSpc>
                <a:spcPct val="90000"/>
              </a:lnSpc>
              <a:spcAft>
                <a:spcPct val="35000"/>
              </a:spcAft>
              <a:defRPr/>
            </a:pPr>
            <a:r>
              <a:rPr lang="en-GB" sz="165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Calibri" panose="020F0502020204030204"/>
              </a:rPr>
              <a:t>Corporate Finance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7403BF3F-762A-FD4C-A2F8-34254A0A63BB}"/>
              </a:ext>
            </a:extLst>
          </p:cNvPr>
          <p:cNvSpPr/>
          <p:nvPr/>
        </p:nvSpPr>
        <p:spPr>
          <a:xfrm>
            <a:off x="1135343" y="2947011"/>
            <a:ext cx="1214996" cy="9377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3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1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6130" tIns="76130" rIns="76130" bIns="76130" numCol="1" spcCol="1270" anchor="ctr" anchorCtr="0">
            <a:noAutofit/>
          </a:bodyPr>
          <a:lstStyle/>
          <a:p>
            <a:pPr algn="ctr" defTabSz="666750" eaLnBrk="1" fontAlgn="auto" hangingPunct="1">
              <a:lnSpc>
                <a:spcPct val="90000"/>
              </a:lnSpc>
              <a:spcAft>
                <a:spcPct val="35000"/>
              </a:spcAft>
              <a:defRPr/>
            </a:pPr>
            <a:r>
              <a:rPr lang="en-GB" sz="15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Calibri" panose="020F0502020204030204"/>
              </a:rPr>
              <a:t>Investment Decision</a:t>
            </a: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3953910-D3C0-2344-9FAA-1A1BB0C529A7}"/>
              </a:ext>
            </a:extLst>
          </p:cNvPr>
          <p:cNvSpPr/>
          <p:nvPr/>
        </p:nvSpPr>
        <p:spPr>
          <a:xfrm>
            <a:off x="4613200" y="3553721"/>
            <a:ext cx="68580" cy="303946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74274" y="0"/>
                </a:moveTo>
                <a:lnTo>
                  <a:pt x="74274" y="140026"/>
                </a:lnTo>
                <a:lnTo>
                  <a:pt x="45720" y="140026"/>
                </a:lnTo>
                <a:lnTo>
                  <a:pt x="45720" y="280053"/>
                </a:lnTo>
              </a:path>
            </a:pathLst>
          </a:custGeom>
          <a:noFill/>
        </p:spPr>
        <p:style>
          <a:lnRef idx="2">
            <a:schemeClr val="dk1">
              <a:shade val="6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dk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GB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C497A08C-1302-9B41-9132-204A4B47892A}"/>
              </a:ext>
            </a:extLst>
          </p:cNvPr>
          <p:cNvSpPr/>
          <p:nvPr/>
        </p:nvSpPr>
        <p:spPr>
          <a:xfrm>
            <a:off x="3943085" y="2947011"/>
            <a:ext cx="1214996" cy="937711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3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1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6130" tIns="76130" rIns="76130" bIns="76130" numCol="1" spcCol="1270" anchor="ctr" anchorCtr="0">
            <a:noAutofit/>
          </a:bodyPr>
          <a:lstStyle/>
          <a:p>
            <a:pPr algn="ctr" defTabSz="666750" eaLnBrk="1" fontAlgn="auto" hangingPunct="1">
              <a:lnSpc>
                <a:spcPct val="90000"/>
              </a:lnSpc>
              <a:spcAft>
                <a:spcPct val="35000"/>
              </a:spcAft>
              <a:defRPr/>
            </a:pPr>
            <a:r>
              <a:rPr lang="en-GB" sz="15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Calibri" panose="020F0502020204030204"/>
              </a:rPr>
              <a:t>Financing Decision</a:t>
            </a:r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14CAE341-79E5-6642-BC08-4EF1D4DDFDB3}"/>
              </a:ext>
            </a:extLst>
          </p:cNvPr>
          <p:cNvSpPr/>
          <p:nvPr/>
        </p:nvSpPr>
        <p:spPr>
          <a:xfrm>
            <a:off x="6793660" y="2947011"/>
            <a:ext cx="1214996" cy="937711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3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1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6130" tIns="76130" rIns="76130" bIns="76130" numCol="1" spcCol="1270" anchor="ctr" anchorCtr="0">
            <a:noAutofit/>
          </a:bodyPr>
          <a:lstStyle/>
          <a:p>
            <a:pPr algn="ctr" defTabSz="666750" eaLnBrk="1" fontAlgn="auto" hangingPunct="1">
              <a:lnSpc>
                <a:spcPct val="90000"/>
              </a:lnSpc>
              <a:spcAft>
                <a:spcPct val="35000"/>
              </a:spcAft>
              <a:defRPr/>
            </a:pPr>
            <a:r>
              <a:rPr lang="en-GB" sz="15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Calibri" panose="020F0502020204030204"/>
              </a:rPr>
              <a:t>Liquidity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9A7027-0DF0-127B-AE1B-96D39E0FE283}"/>
              </a:ext>
            </a:extLst>
          </p:cNvPr>
          <p:cNvSpPr txBox="1"/>
          <p:nvPr/>
        </p:nvSpPr>
        <p:spPr>
          <a:xfrm>
            <a:off x="90047" y="4083332"/>
            <a:ext cx="8240006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39404" indent="-939404">
              <a:buClr>
                <a:srgbClr val="C00000"/>
              </a:buClr>
              <a:buSzPct val="90000"/>
            </a:pPr>
            <a:r>
              <a:rPr lang="en-GB" sz="1350" dirty="0">
                <a:solidFill>
                  <a:schemeClr val="accent5">
                    <a:lumMod val="75000"/>
                  </a:schemeClr>
                </a:solidFill>
              </a:rPr>
              <a:t>Question: </a:t>
            </a:r>
            <a:r>
              <a:rPr lang="en-GB" sz="1350" dirty="0"/>
              <a:t>How can a financial manager take an investment decision that creates value to the company? </a:t>
            </a:r>
            <a:r>
              <a:rPr lang="en-GB" sz="1200" dirty="0">
                <a:solidFill>
                  <a:schemeClr val="accent5">
                    <a:lumMod val="75000"/>
                  </a:schemeClr>
                </a:solidFill>
              </a:rPr>
              <a:t>Capital budgeting - </a:t>
            </a:r>
            <a:r>
              <a:rPr lang="en-GB" sz="1200" dirty="0"/>
              <a:t>deciding the long-term projects in which the company should invest.</a:t>
            </a:r>
          </a:p>
          <a:p>
            <a:pPr marL="939404" indent="-939404">
              <a:buClr>
                <a:srgbClr val="C00000"/>
              </a:buClr>
              <a:buSzPct val="90000"/>
            </a:pPr>
            <a:endParaRPr lang="en-GB" sz="1350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12" name="Picture 11" descr="A cartoon character with arrows pointing to the top&#10;&#10;Description automatically generated">
            <a:extLst>
              <a:ext uri="{FF2B5EF4-FFF2-40B4-BE49-F238E27FC236}">
                <a16:creationId xmlns:a16="http://schemas.microsoft.com/office/drawing/2014/main" id="{BBBC22BA-BB6D-BBDC-3FB2-8EA30367C6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810156" y="4582022"/>
            <a:ext cx="1562656" cy="214798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E55A0E1-F970-F381-2D73-7932FC4A777C}"/>
              </a:ext>
            </a:extLst>
          </p:cNvPr>
          <p:cNvSpPr txBox="1"/>
          <p:nvPr/>
        </p:nvSpPr>
        <p:spPr>
          <a:xfrm>
            <a:off x="2574933" y="6367049"/>
            <a:ext cx="2736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hlinkClick r:id="rId4" tooltip="https://jdorganizer.blogspot.com/2008/06/procrastination-and-making-decisions.html"/>
              </a:rPr>
              <a:t>This Photo</a:t>
            </a:r>
            <a:r>
              <a:rPr lang="en-GB" sz="900" dirty="0"/>
              <a:t> by Unknown Author is licensed under </a:t>
            </a:r>
            <a:r>
              <a:rPr lang="en-GB" sz="900" dirty="0">
                <a:hlinkClick r:id="rId5" tooltip="https://creativecommons.org/licenses/by-nc-sa/3.0/"/>
              </a:rPr>
              <a:t>CC BY-SA-NC</a:t>
            </a:r>
            <a:endParaRPr lang="en-GB" sz="900" dirty="0"/>
          </a:p>
        </p:txBody>
      </p:sp>
    </p:spTree>
    <p:extLst>
      <p:ext uri="{BB962C8B-B14F-4D97-AF65-F5344CB8AC3E}">
        <p14:creationId xmlns:p14="http://schemas.microsoft.com/office/powerpoint/2010/main" val="2646784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9" grpId="0" animBg="1"/>
      <p:bldP spid="11" grpId="0" animBg="1"/>
      <p:bldP spid="17" grpId="0" animBg="1"/>
      <p:bldP spid="23" grpId="0" animBg="1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683568" y="997367"/>
            <a:ext cx="6668019" cy="507703"/>
          </a:xfrm>
        </p:spPr>
        <p:txBody>
          <a:bodyPr/>
          <a:lstStyle/>
          <a:p>
            <a:pPr>
              <a:spcBef>
                <a:spcPct val="0"/>
              </a:spcBef>
            </a:pPr>
            <a:r>
              <a:rPr lang="en-GB" sz="3600" dirty="0">
                <a:solidFill>
                  <a:srgbClr val="1A9DAC"/>
                </a:solidFill>
                <a:latin typeface="+mj-lt"/>
                <a:ea typeface="ＭＳ Ｐゴシック" charset="0"/>
              </a:rPr>
              <a:t>Investment appraisal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365448" y="2122037"/>
            <a:ext cx="8376526" cy="3743859"/>
          </a:xfrm>
        </p:spPr>
        <p:txBody>
          <a:bodyPr/>
          <a:lstStyle/>
          <a:p>
            <a:pPr marL="348386" indent="-348386">
              <a:buFont typeface="Arial" panose="020B0604020202020204" pitchFamily="34" charset="0"/>
              <a:buChar char="•"/>
            </a:pPr>
            <a:r>
              <a:rPr lang="en-GB" sz="2743" dirty="0"/>
              <a:t>Shareholders invest funds for a reason</a:t>
            </a:r>
          </a:p>
          <a:p>
            <a:pPr marL="348386" indent="-348386">
              <a:buFont typeface="Arial" panose="020B0604020202020204" pitchFamily="34" charset="0"/>
              <a:buChar char="•"/>
            </a:pPr>
            <a:r>
              <a:rPr lang="en-GB" sz="2743" dirty="0"/>
              <a:t>… a return!</a:t>
            </a:r>
          </a:p>
          <a:p>
            <a:pPr marL="348386" indent="-348386">
              <a:buFont typeface="Arial" panose="020B0604020202020204" pitchFamily="34" charset="0"/>
              <a:buChar char="•"/>
            </a:pPr>
            <a:r>
              <a:rPr lang="en-GB" sz="2743" dirty="0"/>
              <a:t>Return is generated by management investing in real assets</a:t>
            </a:r>
          </a:p>
          <a:p>
            <a:pPr marL="348386" indent="-348386">
              <a:buFont typeface="Arial" panose="020B0604020202020204" pitchFamily="34" charset="0"/>
              <a:buChar char="•"/>
            </a:pPr>
            <a:r>
              <a:rPr lang="en-GB" sz="2743" dirty="0"/>
              <a:t>Managers need to analyse different investment opportunities</a:t>
            </a:r>
          </a:p>
          <a:p>
            <a:pPr marL="0" indent="0">
              <a:buNone/>
            </a:pPr>
            <a:endParaRPr lang="en-GB" sz="2743" dirty="0"/>
          </a:p>
        </p:txBody>
      </p:sp>
    </p:spTree>
    <p:extLst>
      <p:ext uri="{BB962C8B-B14F-4D97-AF65-F5344CB8AC3E}">
        <p14:creationId xmlns:p14="http://schemas.microsoft.com/office/powerpoint/2010/main" val="3511757110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966888"/>
            <a:ext cx="7886700" cy="634117"/>
          </a:xfrm>
        </p:spPr>
        <p:txBody>
          <a:bodyPr>
            <a:normAutofit/>
          </a:bodyPr>
          <a:lstStyle/>
          <a:p>
            <a:r>
              <a:rPr lang="en-GB" dirty="0"/>
              <a:t>Capital Budgeting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1704974"/>
            <a:ext cx="7519988" cy="481014"/>
          </a:xfrm>
        </p:spPr>
        <p:txBody>
          <a:bodyPr>
            <a:normAutofit/>
          </a:bodyPr>
          <a:lstStyle/>
          <a:p>
            <a:pPr marL="0" indent="0">
              <a:buClr>
                <a:srgbClr val="C00000"/>
              </a:buClr>
              <a:buSzPct val="90000"/>
              <a:buNone/>
            </a:pPr>
            <a:r>
              <a:rPr lang="en-GB" sz="1600" dirty="0"/>
              <a:t>A </a:t>
            </a:r>
            <a:r>
              <a:rPr lang="en-GB" sz="1600" dirty="0">
                <a:solidFill>
                  <a:schemeClr val="accent5">
                    <a:lumMod val="75000"/>
                  </a:schemeClr>
                </a:solidFill>
              </a:rPr>
              <a:t>project</a:t>
            </a:r>
            <a:r>
              <a:rPr lang="en-GB" sz="1600" dirty="0"/>
              <a:t> can be: </a:t>
            </a:r>
          </a:p>
          <a:p>
            <a:pPr marL="342900" lvl="1" indent="0">
              <a:buClr>
                <a:srgbClr val="C00000"/>
              </a:buClr>
              <a:buSzPct val="90000"/>
              <a:buNone/>
            </a:pPr>
            <a:endParaRPr lang="en-GB" sz="1600" dirty="0">
              <a:ea typeface="Cambria Math" panose="020405030504060302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48754" y="5710698"/>
            <a:ext cx="679467" cy="405323"/>
          </a:xfrm>
          <a:ln w="12700"/>
        </p:spPr>
        <p:txBody>
          <a:bodyPr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0F99C4FB-888A-4D12-A1C4-C744D94026CD}" type="slidenum">
              <a:rPr lang="en-GB" sz="135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/>
                <a:ea typeface="+mn-ea"/>
              </a:rPr>
              <a:pPr algn="ctr"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7</a:t>
            </a:fld>
            <a:endParaRPr lang="en-GB" sz="1350" dirty="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/>
              <a:ea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F09E1A-034E-F84D-59D2-88ACD41E0858}"/>
              </a:ext>
            </a:extLst>
          </p:cNvPr>
          <p:cNvSpPr txBox="1"/>
          <p:nvPr/>
        </p:nvSpPr>
        <p:spPr>
          <a:xfrm>
            <a:off x="266700" y="2184146"/>
            <a:ext cx="740568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1363" lvl="1" indent="-285750">
              <a:buClr>
                <a:srgbClr val="C00000"/>
              </a:buClr>
              <a:buSzPct val="90000"/>
              <a:buFont typeface="Wingdings" panose="05000000000000000000" pitchFamily="2" charset="2"/>
              <a:buChar char="§"/>
            </a:pPr>
            <a:r>
              <a:rPr lang="en-GB" sz="1600" dirty="0">
                <a:solidFill>
                  <a:srgbClr val="C00000"/>
                </a:solidFill>
                <a:latin typeface="+mn-lt"/>
              </a:rPr>
              <a:t>Independent, </a:t>
            </a:r>
            <a:r>
              <a:rPr lang="en-GB" sz="1600" dirty="0">
                <a:latin typeface="+mn-lt"/>
              </a:rPr>
              <a:t>the cash flows have no impact on the acceptance or rejection of other projects. This project can be analysed separately. </a:t>
            </a:r>
          </a:p>
          <a:p>
            <a:pPr marL="741363" lvl="1" indent="-285750">
              <a:buClr>
                <a:srgbClr val="C00000"/>
              </a:buClr>
              <a:buSzPct val="90000"/>
              <a:buFont typeface="Wingdings" panose="05000000000000000000" pitchFamily="2" charset="2"/>
              <a:buChar char="§"/>
            </a:pPr>
            <a:r>
              <a:rPr lang="en-GB" sz="1600" dirty="0">
                <a:solidFill>
                  <a:srgbClr val="C00000"/>
                </a:solidFill>
                <a:latin typeface="+mn-lt"/>
              </a:rPr>
              <a:t>Mutually exclusive, </a:t>
            </a:r>
            <a:r>
              <a:rPr lang="en-GB" sz="1600" dirty="0">
                <a:latin typeface="+mn-lt"/>
              </a:rPr>
              <a:t>the project competes with other projects. Taking one project will mean rejecting other projects.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21D2F8-42E2-21CB-5DA5-5943FBA0C8C7}"/>
              </a:ext>
            </a:extLst>
          </p:cNvPr>
          <p:cNvSpPr txBox="1"/>
          <p:nvPr/>
        </p:nvSpPr>
        <p:spPr>
          <a:xfrm>
            <a:off x="266699" y="3821410"/>
            <a:ext cx="71699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350"/>
              </a:spcBef>
              <a:buClr>
                <a:srgbClr val="C00000"/>
              </a:buClr>
              <a:buSzPct val="90000"/>
            </a:pPr>
            <a:r>
              <a:rPr lang="en-GB" sz="1600" dirty="0">
                <a:latin typeface="+mn-lt"/>
                <a:ea typeface="Cambria Math" panose="02040503050406030204" pitchFamily="18" charset="0"/>
              </a:rPr>
              <a:t>Good decision-making criterion should: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1A2908-426E-FA21-0D66-C62336A12EF0}"/>
              </a:ext>
            </a:extLst>
          </p:cNvPr>
          <p:cNvSpPr txBox="1"/>
          <p:nvPr/>
        </p:nvSpPr>
        <p:spPr>
          <a:xfrm>
            <a:off x="266699" y="4193793"/>
            <a:ext cx="461843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1363" lvl="1" indent="-285750">
              <a:buClr>
                <a:srgbClr val="C00000"/>
              </a:buClr>
              <a:buSzPct val="90000"/>
              <a:buFont typeface="Wingdings" panose="05000000000000000000" pitchFamily="2" charset="2"/>
              <a:buChar char="§"/>
            </a:pPr>
            <a:r>
              <a:rPr lang="en-GB" sz="1600" dirty="0">
                <a:latin typeface="+mn-lt"/>
                <a:ea typeface="Cambria Math" panose="02040503050406030204" pitchFamily="18" charset="0"/>
              </a:rPr>
              <a:t>Be intuitive (cash inflows exceed cash outflows)</a:t>
            </a:r>
          </a:p>
          <a:p>
            <a:pPr marL="741363" lvl="1" indent="-285750">
              <a:buClr>
                <a:srgbClr val="C00000"/>
              </a:buClr>
              <a:buSzPct val="90000"/>
              <a:buFont typeface="Wingdings" panose="05000000000000000000" pitchFamily="2" charset="2"/>
              <a:buChar char="§"/>
            </a:pPr>
            <a:r>
              <a:rPr lang="en-GB" sz="1600" dirty="0">
                <a:latin typeface="+mn-lt"/>
                <a:ea typeface="Cambria Math" panose="02040503050406030204" pitchFamily="18" charset="0"/>
              </a:rPr>
              <a:t>Have a known unit of measurements</a:t>
            </a:r>
          </a:p>
          <a:p>
            <a:pPr marL="741363" lvl="1" indent="-285750">
              <a:buClr>
                <a:srgbClr val="C00000"/>
              </a:buClr>
              <a:buSzPct val="90000"/>
              <a:buFont typeface="Wingdings" panose="05000000000000000000" pitchFamily="2" charset="2"/>
              <a:buChar char="§"/>
            </a:pPr>
            <a:r>
              <a:rPr lang="en-GB" sz="1600" dirty="0">
                <a:latin typeface="+mn-lt"/>
                <a:ea typeface="Cambria Math" panose="02040503050406030204" pitchFamily="18" charset="0"/>
              </a:rPr>
              <a:t>Have a benchmark</a:t>
            </a:r>
          </a:p>
          <a:p>
            <a:pPr marL="741363" lvl="1" indent="-285750">
              <a:buClr>
                <a:srgbClr val="C00000"/>
              </a:buClr>
              <a:buSzPct val="90000"/>
              <a:buFont typeface="Wingdings" panose="05000000000000000000" pitchFamily="2" charset="2"/>
              <a:buChar char="§"/>
            </a:pPr>
            <a:r>
              <a:rPr lang="en-GB" sz="1600" dirty="0">
                <a:latin typeface="+mn-lt"/>
                <a:ea typeface="Cambria Math" panose="02040503050406030204" pitchFamily="18" charset="0"/>
              </a:rPr>
              <a:t>Be easy to communicate and comparable</a:t>
            </a:r>
          </a:p>
        </p:txBody>
      </p:sp>
    </p:spTree>
    <p:extLst>
      <p:ext uri="{BB962C8B-B14F-4D97-AF65-F5344CB8AC3E}">
        <p14:creationId xmlns:p14="http://schemas.microsoft.com/office/powerpoint/2010/main" val="1645818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  <p:bldP spid="8" grpId="0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966888"/>
            <a:ext cx="7886700" cy="634117"/>
          </a:xfrm>
        </p:spPr>
        <p:txBody>
          <a:bodyPr>
            <a:normAutofit/>
          </a:bodyPr>
          <a:lstStyle/>
          <a:p>
            <a:r>
              <a:rPr lang="en-GB" dirty="0"/>
              <a:t>Capital Budgeting – 4 methods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66700" y="1704974"/>
                <a:ext cx="8361406" cy="871745"/>
              </a:xfrm>
            </p:spPr>
            <p:txBody>
              <a:bodyPr>
                <a:normAutofit fontScale="92500" lnSpcReduction="10000"/>
              </a:bodyPr>
              <a:lstStyle/>
              <a:p>
                <a:pPr>
                  <a:buClr>
                    <a:srgbClr val="C00000"/>
                  </a:buClr>
                  <a:buSzPct val="90000"/>
                  <a:buFont typeface="Wingdings" panose="05000000000000000000" pitchFamily="2" charset="2"/>
                  <a:buChar char="§"/>
                </a:pPr>
                <a:r>
                  <a:rPr lang="en-GB" sz="1600" dirty="0"/>
                  <a:t>Payback Period (PP) - </a:t>
                </a:r>
                <a:r>
                  <a:rPr lang="en-GB" sz="1600" dirty="0">
                    <a:ea typeface="Cambria Math" panose="02040503050406030204" pitchFamily="18" charset="0"/>
                  </a:rPr>
                  <a:t>how quickly the cash flows generated by the project cover the initial investment</a:t>
                </a:r>
              </a:p>
              <a:p>
                <a:pPr marL="609600" lvl="1" indent="0">
                  <a:buClr>
                    <a:srgbClr val="C00000"/>
                  </a:buClr>
                  <a:buSzPct val="9000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𝑃𝑃</m:t>
                      </m:r>
                      <m:r>
                        <a:rPr lang="en-GB" sz="12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GB" sz="12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last</m:t>
                      </m:r>
                      <m:r>
                        <a:rPr lang="en-GB" sz="12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GB" sz="12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year</m:t>
                      </m:r>
                      <m:r>
                        <a:rPr lang="en-GB" sz="12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GB" sz="12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with</m:t>
                      </m:r>
                      <m:r>
                        <a:rPr lang="en-GB" sz="12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GB" sz="12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negative</m:t>
                      </m:r>
                      <m:r>
                        <a:rPr lang="en-GB" sz="12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GB" sz="12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CCF</m:t>
                      </m:r>
                      <m:r>
                        <a:rPr lang="en-GB" sz="12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GB" sz="12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GB" sz="12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Last</m:t>
                              </m:r>
                              <m:r>
                                <a:rPr lang="en-GB" sz="12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GB" sz="12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negative</m:t>
                              </m:r>
                              <m:r>
                                <a:rPr lang="en-GB" sz="12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GB" sz="12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CCF</m:t>
                              </m:r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en-GB" sz="12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Following</m:t>
                          </m:r>
                          <m:r>
                            <a:rPr lang="en-GB" sz="12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GB" sz="12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sz="12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Year</m:t>
                              </m:r>
                            </m:e>
                            <m:sup>
                              <m:r>
                                <a:rPr lang="en-GB" sz="12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GB" sz="12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</m:t>
                          </m:r>
                          <m:r>
                            <a:rPr lang="en-GB" sz="12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GB" sz="12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CF</m:t>
                          </m:r>
                        </m:den>
                      </m:f>
                    </m:oMath>
                  </m:oMathPara>
                </a14:m>
                <a:endParaRPr lang="en-GB" sz="1100" dirty="0">
                  <a:ea typeface="Cambria Math" panose="02040503050406030204" pitchFamily="18" charset="0"/>
                </a:endParaRPr>
              </a:p>
              <a:p>
                <a:pPr>
                  <a:buClr>
                    <a:srgbClr val="C00000"/>
                  </a:buClr>
                  <a:buSzPct val="90000"/>
                  <a:buFont typeface="Wingdings" panose="05000000000000000000" pitchFamily="2" charset="2"/>
                  <a:buChar char="§"/>
                </a:pPr>
                <a:endParaRPr lang="en-GB" sz="1600" dirty="0"/>
              </a:p>
              <a:p>
                <a:pPr>
                  <a:buClr>
                    <a:srgbClr val="C00000"/>
                  </a:buClr>
                  <a:buSzPct val="90000"/>
                  <a:buFont typeface="Wingdings" panose="05000000000000000000" pitchFamily="2" charset="2"/>
                  <a:buChar char="§"/>
                </a:pPr>
                <a:endParaRPr lang="en-GB" sz="1600" dirty="0"/>
              </a:p>
              <a:p>
                <a:pPr marL="628650" lvl="1" indent="-285750">
                  <a:buClr>
                    <a:srgbClr val="C00000"/>
                  </a:buClr>
                  <a:buSzPct val="90000"/>
                  <a:buFont typeface="Wingdings" panose="05000000000000000000" pitchFamily="2" charset="2"/>
                  <a:buChar char="§"/>
                </a:pPr>
                <a:endParaRPr lang="en-GB" sz="16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6700" y="1704974"/>
                <a:ext cx="8361406" cy="871745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48754" y="5710698"/>
            <a:ext cx="679467" cy="405323"/>
          </a:xfrm>
          <a:ln w="12700"/>
        </p:spPr>
        <p:txBody>
          <a:bodyPr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0F99C4FB-888A-4D12-A1C4-C744D94026CD}" type="slidenum">
              <a:rPr lang="en-GB" sz="1600">
                <a:solidFill>
                  <a:prstClr val="black">
                    <a:lumMod val="50000"/>
                    <a:lumOff val="50000"/>
                  </a:prstClr>
                </a:solidFill>
                <a:latin typeface="+mn-lt"/>
                <a:ea typeface="+mn-ea"/>
              </a:rPr>
              <a:pPr algn="ctr"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8</a:t>
            </a:fld>
            <a:endParaRPr lang="en-GB" sz="1600" dirty="0">
              <a:solidFill>
                <a:prstClr val="black">
                  <a:lumMod val="50000"/>
                  <a:lumOff val="50000"/>
                </a:prstClr>
              </a:solidFill>
              <a:latin typeface="+mn-lt"/>
              <a:ea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DAE425-3BE7-6A72-F4B3-AA05F6A17D64}"/>
              </a:ext>
            </a:extLst>
          </p:cNvPr>
          <p:cNvSpPr txBox="1"/>
          <p:nvPr/>
        </p:nvSpPr>
        <p:spPr>
          <a:xfrm>
            <a:off x="266699" y="3342402"/>
            <a:ext cx="828205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1350"/>
              </a:spcBef>
              <a:buClr>
                <a:srgbClr val="C00000"/>
              </a:buClr>
              <a:buSzPct val="90000"/>
              <a:buFont typeface="Wingdings" panose="05000000000000000000" pitchFamily="2" charset="2"/>
              <a:buChar char="§"/>
            </a:pPr>
            <a:r>
              <a:rPr lang="en-GB" sz="1600" dirty="0">
                <a:latin typeface="+mn-lt"/>
                <a:ea typeface="Cambria Math" panose="02040503050406030204" pitchFamily="18" charset="0"/>
              </a:rPr>
              <a:t>Net Present Value (NPV) – the sum of the present values of each of the cash flows (positive as well as negative) that occurs over the life of the project.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BC05C4-7E00-C3C0-304B-AB2C898D10D1}"/>
              </a:ext>
            </a:extLst>
          </p:cNvPr>
          <p:cNvSpPr txBox="1"/>
          <p:nvPr/>
        </p:nvSpPr>
        <p:spPr>
          <a:xfrm>
            <a:off x="266699" y="2645682"/>
            <a:ext cx="776411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285750" indent="-285750">
              <a:spcBef>
                <a:spcPts val="1350"/>
              </a:spcBef>
              <a:buClr>
                <a:srgbClr val="C00000"/>
              </a:buClr>
              <a:buSzPct val="90000"/>
              <a:buFont typeface="Wingdings" panose="05000000000000000000" pitchFamily="2" charset="2"/>
              <a:buChar char="§"/>
              <a:defRPr sz="1600">
                <a:latin typeface="+mn-lt"/>
                <a:ea typeface="Cambria Math" panose="02040503050406030204" pitchFamily="18" charset="0"/>
              </a:defRPr>
            </a:lvl1pPr>
          </a:lstStyle>
          <a:p>
            <a:r>
              <a:rPr lang="en-GB" dirty="0"/>
              <a:t>Accounting Rate of Return (ARR) - measures the average annual accounting profit from an investment as a percentage of its average investment cost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F503530-CB4D-D500-5A1B-F89E35B239B9}"/>
              </a:ext>
            </a:extLst>
          </p:cNvPr>
          <p:cNvSpPr txBox="1"/>
          <p:nvPr/>
        </p:nvSpPr>
        <p:spPr>
          <a:xfrm>
            <a:off x="266699" y="4136797"/>
            <a:ext cx="776411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rgbClr val="C00000"/>
              </a:buClr>
              <a:buSzPct val="110000"/>
              <a:buFont typeface="Wingdings" panose="05000000000000000000" pitchFamily="2" charset="2"/>
              <a:buChar char="§"/>
            </a:pPr>
            <a:r>
              <a:rPr lang="en-GB" sz="1600" dirty="0">
                <a:latin typeface="+mn-lt"/>
              </a:rPr>
              <a:t>The Internal Rate of Return (IRR) - takes into account the project’s scale. The IRR is he discount rate that makes the NPV of a project equal to zero. It is a percentage.</a:t>
            </a:r>
          </a:p>
        </p:txBody>
      </p:sp>
    </p:spTree>
    <p:extLst>
      <p:ext uri="{BB962C8B-B14F-4D97-AF65-F5344CB8AC3E}">
        <p14:creationId xmlns:p14="http://schemas.microsoft.com/office/powerpoint/2010/main" val="2791988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9" grpId="0"/>
      <p:bldP spid="12" grpId="0"/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328869" y="795333"/>
            <a:ext cx="6668019" cy="507703"/>
          </a:xfrm>
        </p:spPr>
        <p:txBody>
          <a:bodyPr/>
          <a:lstStyle/>
          <a:p>
            <a:r>
              <a:rPr lang="en-GB" sz="2700" dirty="0">
                <a:solidFill>
                  <a:srgbClr val="1A9DAC"/>
                </a:solidFill>
                <a:latin typeface="+mj-lt"/>
                <a:ea typeface="ＭＳ Ｐゴシック" charset="0"/>
              </a:rPr>
              <a:t>Investment Decisions in Industry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548341" y="1344013"/>
            <a:ext cx="8193633" cy="3913923"/>
          </a:xfrm>
          <a:prstGeom prst="rect">
            <a:avLst/>
          </a:prstGeom>
        </p:spPr>
        <p:txBody>
          <a:bodyPr/>
          <a:lstStyle>
            <a:lvl1pPr marL="800100" indent="-800100" algn="l" defTabSz="1069975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7400" kern="12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1741488" indent="-665163" algn="l" defTabSz="1069975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65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2pPr>
            <a:lvl3pPr marL="2682875" indent="-531813" algn="l" defTabSz="1069975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3pPr>
            <a:lvl4pPr marL="3759200" indent="-531813" algn="l" defTabSz="1069975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45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4pPr>
            <a:lvl5pPr marL="4833938" indent="-531813" algn="l" defTabSz="1069975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45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5pPr>
            <a:lvl6pPr marL="5916109" indent="-537824" algn="l" defTabSz="1075657" rtl="0" eaLnBrk="1" latinLnBrk="0" hangingPunct="1">
              <a:spcBef>
                <a:spcPct val="20000"/>
              </a:spcBef>
              <a:buFont typeface="Arial"/>
              <a:buChar char="•"/>
              <a:defRPr sz="47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991768" indent="-537824" algn="l" defTabSz="1075657" rtl="0" eaLnBrk="1" latinLnBrk="0" hangingPunct="1">
              <a:spcBef>
                <a:spcPct val="20000"/>
              </a:spcBef>
              <a:buFont typeface="Arial"/>
              <a:buChar char="•"/>
              <a:defRPr sz="47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067426" indent="-537824" algn="l" defTabSz="1075657" rtl="0" eaLnBrk="1" latinLnBrk="0" hangingPunct="1">
              <a:spcBef>
                <a:spcPct val="20000"/>
              </a:spcBef>
              <a:buFont typeface="Arial"/>
              <a:buChar char="•"/>
              <a:defRPr sz="47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9143079" indent="-537824" algn="l" defTabSz="1075657" rtl="0" eaLnBrk="1" latinLnBrk="0" hangingPunct="1">
              <a:spcBef>
                <a:spcPct val="20000"/>
              </a:spcBef>
              <a:buFont typeface="Arial"/>
              <a:buChar char="•"/>
              <a:defRPr sz="47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32" dirty="0"/>
              <a:t>American Airlines announced the purchase of 460 aircraft over the period 2013 to 2022. Estimated cost of more than £12 bn.</a:t>
            </a:r>
          </a:p>
          <a:p>
            <a:endParaRPr lang="en-GB" sz="914" dirty="0"/>
          </a:p>
          <a:p>
            <a:r>
              <a:rPr lang="en-GB" sz="2032" dirty="0"/>
              <a:t>UK High speed rail investment (HS2) - £56bn, due to open 2027????</a:t>
            </a:r>
          </a:p>
          <a:p>
            <a:pPr lvl="1"/>
            <a:r>
              <a:rPr lang="en-GB" sz="1575" b="1" dirty="0">
                <a:solidFill>
                  <a:srgbClr val="FF0000"/>
                </a:solidFill>
              </a:rPr>
              <a:t>Update required - £108bn+ - opening????</a:t>
            </a:r>
          </a:p>
          <a:p>
            <a:pPr marL="0" indent="0">
              <a:buNone/>
            </a:pPr>
            <a:endParaRPr lang="en-GB" sz="914" dirty="0"/>
          </a:p>
          <a:p>
            <a:pPr eaLnBrk="1" hangingPunct="1"/>
            <a:r>
              <a:rPr lang="en-GB" sz="2032" dirty="0"/>
              <a:t>JCB invested £50m in a new UK plant which was due to create 200 jobs by 2022. </a:t>
            </a:r>
          </a:p>
          <a:p>
            <a:pPr eaLnBrk="1" hangingPunct="1"/>
            <a:r>
              <a:rPr lang="en-GB" sz="2032" dirty="0"/>
              <a:t>Brittany Ferries launched a new ship in 2017.	Cost - £225m.</a:t>
            </a:r>
            <a:endParaRPr lang="en-GB" sz="914" dirty="0"/>
          </a:p>
          <a:p>
            <a:r>
              <a:rPr lang="en-GB" sz="2032" dirty="0"/>
              <a:t>Channel Tunnel £4.60bn (at 1985 prices).</a:t>
            </a:r>
            <a:endParaRPr lang="en-GB" sz="914" dirty="0"/>
          </a:p>
          <a:p>
            <a:pPr eaLnBrk="1" hangingPunct="1"/>
            <a:r>
              <a:rPr lang="en-GB" sz="2032" dirty="0"/>
              <a:t>UWE £50m invested in a new Business School – opened 2017.</a:t>
            </a:r>
          </a:p>
          <a:p>
            <a:pPr eaLnBrk="1" hangingPunct="1"/>
            <a:r>
              <a:rPr lang="en-GB" sz="2032" dirty="0"/>
              <a:t>UWE £22m invested in a new Engineering building – opened 2021</a:t>
            </a:r>
          </a:p>
        </p:txBody>
      </p:sp>
    </p:spTree>
    <p:extLst>
      <p:ext uri="{BB962C8B-B14F-4D97-AF65-F5344CB8AC3E}">
        <p14:creationId xmlns:p14="http://schemas.microsoft.com/office/powerpoint/2010/main" val="24773522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658078" y="795333"/>
            <a:ext cx="6668019" cy="507703"/>
          </a:xfrm>
        </p:spPr>
        <p:txBody>
          <a:bodyPr/>
          <a:lstStyle/>
          <a:p>
            <a:r>
              <a:rPr lang="en-GB" sz="2700" dirty="0">
                <a:solidFill>
                  <a:srgbClr val="1A9DAC"/>
                </a:solidFill>
                <a:latin typeface="+mj-lt"/>
                <a:ea typeface="ＭＳ Ｐゴシック" charset="0"/>
              </a:rPr>
              <a:t>Issues to consider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587716" y="1636643"/>
            <a:ext cx="8154258" cy="4352867"/>
          </a:xfrm>
        </p:spPr>
        <p:txBody>
          <a:bodyPr/>
          <a:lstStyle/>
          <a:p>
            <a:pPr marL="406451" indent="-406451">
              <a:buClrTx/>
              <a:buFont typeface="Arial" pitchFamily="34" charset="0"/>
              <a:buChar char="•"/>
            </a:pPr>
            <a:r>
              <a:rPr lang="en-GB" sz="2743" dirty="0">
                <a:solidFill>
                  <a:prstClr val="black"/>
                </a:solidFill>
                <a:latin typeface="Calibri"/>
                <a:ea typeface="ＭＳ Ｐゴシック" charset="0"/>
              </a:rPr>
              <a:t>The market environment</a:t>
            </a:r>
          </a:p>
          <a:p>
            <a:pPr marL="406451" indent="-406451">
              <a:buClrTx/>
              <a:buFont typeface="Arial" pitchFamily="34" charset="0"/>
              <a:buChar char="•"/>
            </a:pPr>
            <a:r>
              <a:rPr lang="en-GB" sz="2743" dirty="0">
                <a:solidFill>
                  <a:prstClr val="black"/>
                </a:solidFill>
                <a:latin typeface="Calibri"/>
                <a:ea typeface="ＭＳ Ｐゴシック" charset="0"/>
              </a:rPr>
              <a:t>Level of demand for proposed activity</a:t>
            </a:r>
          </a:p>
          <a:p>
            <a:pPr marL="406451" indent="-406451">
              <a:buClrTx/>
              <a:buFont typeface="Arial" pitchFamily="34" charset="0"/>
              <a:buChar char="•"/>
            </a:pPr>
            <a:r>
              <a:rPr lang="en-GB" sz="2743" dirty="0">
                <a:solidFill>
                  <a:prstClr val="black"/>
                </a:solidFill>
                <a:latin typeface="Calibri"/>
                <a:ea typeface="ＭＳ Ｐゴシック" charset="0"/>
              </a:rPr>
              <a:t>The internal environment</a:t>
            </a:r>
          </a:p>
          <a:p>
            <a:pPr marL="406451" indent="-406451">
              <a:buClrTx/>
              <a:buFont typeface="Arial" pitchFamily="34" charset="0"/>
              <a:buChar char="•"/>
            </a:pPr>
            <a:r>
              <a:rPr lang="en-GB" sz="2743" dirty="0">
                <a:solidFill>
                  <a:prstClr val="black"/>
                </a:solidFill>
                <a:latin typeface="Calibri"/>
                <a:ea typeface="ＭＳ Ｐゴシック" charset="0"/>
              </a:rPr>
              <a:t>Culture and capabilities of the company</a:t>
            </a:r>
          </a:p>
          <a:p>
            <a:pPr marL="406451" indent="-406451">
              <a:buClrTx/>
              <a:buFont typeface="Arial" pitchFamily="34" charset="0"/>
              <a:buChar char="•"/>
            </a:pPr>
            <a:r>
              <a:rPr lang="en-GB" sz="2743" dirty="0">
                <a:solidFill>
                  <a:prstClr val="black"/>
                </a:solidFill>
                <a:latin typeface="Calibri"/>
                <a:ea typeface="ＭＳ Ｐゴシック" charset="0"/>
              </a:rPr>
              <a:t>Types and levels of cost elements in the proposed area of activity</a:t>
            </a:r>
          </a:p>
          <a:p>
            <a:pPr marL="406451" indent="-406451">
              <a:buClrTx/>
              <a:buFont typeface="Arial" pitchFamily="34" charset="0"/>
              <a:buChar char="•"/>
            </a:pPr>
            <a:r>
              <a:rPr lang="en-GB" sz="2743" dirty="0">
                <a:solidFill>
                  <a:prstClr val="black"/>
                </a:solidFill>
                <a:latin typeface="Calibri"/>
                <a:ea typeface="ＭＳ Ｐゴシック" charset="0"/>
              </a:rPr>
              <a:t>Understanding of the risk &amp; uncertainty of the project</a:t>
            </a:r>
          </a:p>
          <a:p>
            <a:endParaRPr lang="en-GB" sz="1829" dirty="0"/>
          </a:p>
        </p:txBody>
      </p:sp>
    </p:spTree>
    <p:extLst>
      <p:ext uri="{BB962C8B-B14F-4D97-AF65-F5344CB8AC3E}">
        <p14:creationId xmlns:p14="http://schemas.microsoft.com/office/powerpoint/2010/main" val="3369267666"/>
      </p:ext>
    </p:extLst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966888"/>
            <a:ext cx="7886700" cy="634117"/>
          </a:xfrm>
        </p:spPr>
        <p:txBody>
          <a:bodyPr>
            <a:normAutofit fontScale="90000"/>
          </a:bodyPr>
          <a:lstStyle/>
          <a:p>
            <a:r>
              <a:rPr lang="en-GB" sz="4400" dirty="0"/>
              <a:t>Investment Appraisal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6938" y="1736336"/>
            <a:ext cx="8591550" cy="453234"/>
          </a:xfrm>
        </p:spPr>
        <p:txBody>
          <a:bodyPr>
            <a:normAutofit fontScale="77500" lnSpcReduction="20000"/>
          </a:bodyPr>
          <a:lstStyle/>
          <a:p>
            <a:pPr marL="0" lvl="1" indent="0">
              <a:buClr>
                <a:srgbClr val="C00000"/>
              </a:buClr>
              <a:buSzPct val="90000"/>
              <a:buNone/>
            </a:pPr>
            <a:endParaRPr lang="en-GB" dirty="0">
              <a:ea typeface="Cambria Math" panose="02040503050406030204" pitchFamily="18" charset="0"/>
            </a:endParaRPr>
          </a:p>
          <a:p>
            <a:pPr marL="0" lvl="1" indent="0">
              <a:buClr>
                <a:srgbClr val="C00000"/>
              </a:buClr>
              <a:buSzPct val="90000"/>
              <a:buNone/>
            </a:pPr>
            <a:endParaRPr lang="en-GB" dirty="0">
              <a:ea typeface="Cambria Math" panose="020405030504060302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48754" y="6480061"/>
            <a:ext cx="679467" cy="405323"/>
          </a:xfrm>
          <a:ln w="12700"/>
        </p:spPr>
        <p:txBody>
          <a:bodyPr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0F99C4FB-888A-4D12-A1C4-C744D94026CD}" type="slidenum">
              <a:rPr lang="en-GB" sz="135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/>
                <a:ea typeface="+mn-ea"/>
              </a:rPr>
              <a:pPr algn="ctr"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11</a:t>
            </a:fld>
            <a:endParaRPr lang="en-GB" sz="1350" dirty="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/>
              <a:ea typeface="+mn-ea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919D3FA-C01B-04FE-977C-9A22135B2AC2}"/>
              </a:ext>
            </a:extLst>
          </p:cNvPr>
          <p:cNvGrpSpPr/>
          <p:nvPr/>
        </p:nvGrpSpPr>
        <p:grpSpPr>
          <a:xfrm>
            <a:off x="441714" y="4936720"/>
            <a:ext cx="8306750" cy="1444608"/>
            <a:chOff x="415913" y="3842596"/>
            <a:chExt cx="11075667" cy="1926143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A3A5853-EBBD-0257-40C7-B3FDE5D8B485}"/>
                </a:ext>
              </a:extLst>
            </p:cNvPr>
            <p:cNvCxnSpPr>
              <a:cxnSpLocks/>
            </p:cNvCxnSpPr>
            <p:nvPr/>
          </p:nvCxnSpPr>
          <p:spPr>
            <a:xfrm>
              <a:off x="1226342" y="5144510"/>
              <a:ext cx="9338797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1A7FC11-3227-A5CA-537B-E315853E8138}"/>
                </a:ext>
              </a:extLst>
            </p:cNvPr>
            <p:cNvCxnSpPr/>
            <p:nvPr/>
          </p:nvCxnSpPr>
          <p:spPr>
            <a:xfrm>
              <a:off x="2661897" y="4955135"/>
              <a:ext cx="0" cy="39756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97E452A-3D26-3C2D-D88B-49A75CB1FE3E}"/>
                </a:ext>
              </a:extLst>
            </p:cNvPr>
            <p:cNvCxnSpPr/>
            <p:nvPr/>
          </p:nvCxnSpPr>
          <p:spPr>
            <a:xfrm>
              <a:off x="4497949" y="4955135"/>
              <a:ext cx="0" cy="39756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B8243FD8-710F-3EB3-A476-CF48E2F5A773}"/>
                    </a:ext>
                  </a:extLst>
                </p:cNvPr>
                <p:cNvSpPr txBox="1"/>
                <p:nvPr/>
              </p:nvSpPr>
              <p:spPr>
                <a:xfrm>
                  <a:off x="823793" y="5354121"/>
                  <a:ext cx="880509" cy="41036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defTabSz="6858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𝑡</m:t>
                        </m:r>
                        <m:r>
                          <a:rPr lang="en-GB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=0</m:t>
                        </m:r>
                      </m:oMath>
                    </m:oMathPara>
                  </a14:m>
                  <a:endParaRPr lang="en-GB" sz="1400" dirty="0">
                    <a:solidFill>
                      <a:prstClr val="black"/>
                    </a:solidFill>
                    <a:latin typeface="+mn-lt"/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B8243FD8-710F-3EB3-A476-CF48E2F5A7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793" y="5354121"/>
                  <a:ext cx="880509" cy="41036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3A146286-EDA3-E683-2EAB-84522D50215D}"/>
                    </a:ext>
                  </a:extLst>
                </p:cNvPr>
                <p:cNvSpPr txBox="1"/>
                <p:nvPr/>
              </p:nvSpPr>
              <p:spPr>
                <a:xfrm>
                  <a:off x="10162589" y="5358370"/>
                  <a:ext cx="880509" cy="41036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defTabSz="6858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𝑡</m:t>
                        </m:r>
                        <m:r>
                          <a:rPr lang="en-GB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=</m:t>
                        </m:r>
                        <m:r>
                          <a:rPr lang="en-GB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𝑇</m:t>
                        </m:r>
                      </m:oMath>
                    </m:oMathPara>
                  </a14:m>
                  <a:endParaRPr lang="en-GB" sz="1400" dirty="0">
                    <a:solidFill>
                      <a:prstClr val="black"/>
                    </a:solidFill>
                    <a:latin typeface="+mn-lt"/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3A146286-EDA3-E683-2EAB-84522D5021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62589" y="5358370"/>
                  <a:ext cx="880509" cy="41036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40F7624-19E1-E11C-A6F0-2B96F9F3501B}"/>
                </a:ext>
              </a:extLst>
            </p:cNvPr>
            <p:cNvSpPr txBox="1"/>
            <p:nvPr/>
          </p:nvSpPr>
          <p:spPr>
            <a:xfrm>
              <a:off x="415913" y="4406256"/>
              <a:ext cx="1752475" cy="4103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b="1" dirty="0">
                  <a:solidFill>
                    <a:srgbClr val="C00000"/>
                  </a:solidFill>
                  <a:latin typeface="+mn-lt"/>
                </a:rPr>
                <a:t>Up-front Cost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3DD45E1-D88C-9F46-DDA3-A03AE3AEBBB9}"/>
                </a:ext>
              </a:extLst>
            </p:cNvPr>
            <p:cNvSpPr txBox="1"/>
            <p:nvPr/>
          </p:nvSpPr>
          <p:spPr>
            <a:xfrm>
              <a:off x="9739112" y="3842596"/>
              <a:ext cx="1752468" cy="4103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b="1" dirty="0">
                  <a:solidFill>
                    <a:srgbClr val="00B050"/>
                  </a:solidFill>
                  <a:latin typeface="+mn-lt"/>
                </a:rPr>
                <a:t>Salvage Value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E879D7C7-730C-E9B5-2C36-9DBB6B916C82}"/>
                    </a:ext>
                  </a:extLst>
                </p:cNvPr>
                <p:cNvSpPr txBox="1"/>
                <p:nvPr/>
              </p:nvSpPr>
              <p:spPr>
                <a:xfrm>
                  <a:off x="5838782" y="5348047"/>
                  <a:ext cx="841129" cy="41036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defTabSz="6858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𝑡</m:t>
                        </m:r>
                        <m:r>
                          <a:rPr lang="en-GB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=3</m:t>
                        </m:r>
                      </m:oMath>
                    </m:oMathPara>
                  </a14:m>
                  <a:endParaRPr lang="en-GB" sz="1400" dirty="0">
                    <a:solidFill>
                      <a:prstClr val="black"/>
                    </a:solidFill>
                    <a:latin typeface="+mn-lt"/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E879D7C7-730C-E9B5-2C36-9DBB6B916C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38782" y="5348047"/>
                  <a:ext cx="841129" cy="41036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738ACB08-B2A1-E39E-1502-9A3ECE1844A2}"/>
                    </a:ext>
                  </a:extLst>
                </p:cNvPr>
                <p:cNvSpPr txBox="1"/>
                <p:nvPr/>
              </p:nvSpPr>
              <p:spPr>
                <a:xfrm>
                  <a:off x="1992529" y="4404024"/>
                  <a:ext cx="1338736" cy="41036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sSub>
                          <m:sSubPr>
                            <m:ctrlPr>
                              <a:rPr lang="en-GB" sz="1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GB" sz="1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GB" sz="1400" dirty="0">
                    <a:solidFill>
                      <a:srgbClr val="00B050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738ACB08-B2A1-E39E-1502-9A3ECE1844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92529" y="4404024"/>
                  <a:ext cx="1338736" cy="41036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75FC511C-E29A-E0ED-0C02-2EAA8C24B1CB}"/>
                </a:ext>
              </a:extLst>
            </p:cNvPr>
            <p:cNvCxnSpPr/>
            <p:nvPr/>
          </p:nvCxnSpPr>
          <p:spPr>
            <a:xfrm>
              <a:off x="1227865" y="4904339"/>
              <a:ext cx="0" cy="39756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3570581F-717A-43C2-49C0-01E0778F79CA}"/>
                    </a:ext>
                  </a:extLst>
                </p:cNvPr>
                <p:cNvSpPr txBox="1"/>
                <p:nvPr/>
              </p:nvSpPr>
              <p:spPr>
                <a:xfrm>
                  <a:off x="2241332" y="5348047"/>
                  <a:ext cx="841129" cy="41036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defTabSz="6858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𝑡</m:t>
                        </m:r>
                        <m:r>
                          <a:rPr lang="en-GB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=1</m:t>
                        </m:r>
                      </m:oMath>
                    </m:oMathPara>
                  </a14:m>
                  <a:endParaRPr lang="en-GB" sz="1400" dirty="0">
                    <a:solidFill>
                      <a:prstClr val="black"/>
                    </a:solidFill>
                    <a:latin typeface="+mn-lt"/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3570581F-717A-43C2-49C0-01E0778F79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41332" y="5348047"/>
                  <a:ext cx="841129" cy="41036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C9A8D16D-08FC-05D3-F737-E42D6CD823EC}"/>
                    </a:ext>
                  </a:extLst>
                </p:cNvPr>
                <p:cNvSpPr txBox="1"/>
                <p:nvPr/>
              </p:nvSpPr>
              <p:spPr>
                <a:xfrm>
                  <a:off x="4040057" y="5353859"/>
                  <a:ext cx="841129" cy="41036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defTabSz="6858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𝑡</m:t>
                        </m:r>
                        <m:r>
                          <a:rPr lang="en-GB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=2</m:t>
                        </m:r>
                      </m:oMath>
                    </m:oMathPara>
                  </a14:m>
                  <a:endParaRPr lang="en-GB" sz="1400" dirty="0">
                    <a:solidFill>
                      <a:prstClr val="black"/>
                    </a:solidFill>
                    <a:latin typeface="+mn-lt"/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C9A8D16D-08FC-05D3-F737-E42D6CD823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40057" y="5353859"/>
                  <a:ext cx="841129" cy="410369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12BA7098-7C1C-C3C2-0DAA-637C49DE5E84}"/>
                </a:ext>
              </a:extLst>
            </p:cNvPr>
            <p:cNvCxnSpPr/>
            <p:nvPr/>
          </p:nvCxnSpPr>
          <p:spPr>
            <a:xfrm>
              <a:off x="6228366" y="4962795"/>
              <a:ext cx="0" cy="39756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7A782D83-8CB5-2283-F85F-FAFB2A658F9B}"/>
                    </a:ext>
                  </a:extLst>
                </p:cNvPr>
                <p:cNvSpPr txBox="1"/>
                <p:nvPr/>
              </p:nvSpPr>
              <p:spPr>
                <a:xfrm>
                  <a:off x="8075085" y="5348047"/>
                  <a:ext cx="841129" cy="41036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defTabSz="6858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…</m:t>
                        </m:r>
                      </m:oMath>
                    </m:oMathPara>
                  </a14:m>
                  <a:endParaRPr lang="en-GB" sz="1400" dirty="0">
                    <a:solidFill>
                      <a:prstClr val="black"/>
                    </a:solidFill>
                    <a:latin typeface="+mn-lt"/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7A782D83-8CB5-2283-F85F-FAFB2A658F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75085" y="5348047"/>
                  <a:ext cx="841129" cy="410369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9D842664-2E90-1B12-DE9A-7135BCCAECEF}"/>
                </a:ext>
              </a:extLst>
            </p:cNvPr>
            <p:cNvCxnSpPr/>
            <p:nvPr/>
          </p:nvCxnSpPr>
          <p:spPr>
            <a:xfrm>
              <a:off x="10564983" y="4945727"/>
              <a:ext cx="0" cy="39756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036C3AC8-56A1-212D-B619-AD7F91500F98}"/>
                    </a:ext>
                  </a:extLst>
                </p:cNvPr>
                <p:cNvSpPr/>
                <p:nvPr/>
              </p:nvSpPr>
              <p:spPr>
                <a:xfrm>
                  <a:off x="4196264" y="4404024"/>
                  <a:ext cx="695747" cy="41036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4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sSub>
                          <m:sSubPr>
                            <m:ctrlPr>
                              <a:rPr lang="en-GB" sz="1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GB" sz="14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GB" sz="1400" dirty="0">
                    <a:solidFill>
                      <a:srgbClr val="00B050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036C3AC8-56A1-212D-B619-AD7F91500F9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96264" y="4404024"/>
                  <a:ext cx="695747" cy="410369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3E9C9D8F-948B-F7CF-6544-7A7E2CF5EE85}"/>
                    </a:ext>
                  </a:extLst>
                </p:cNvPr>
                <p:cNvSpPr/>
                <p:nvPr/>
              </p:nvSpPr>
              <p:spPr>
                <a:xfrm>
                  <a:off x="5895740" y="4408126"/>
                  <a:ext cx="695747" cy="41036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4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sSub>
                          <m:sSubPr>
                            <m:ctrlPr>
                              <a:rPr lang="en-GB" sz="1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GB" sz="14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GB" sz="1400" dirty="0">
                    <a:solidFill>
                      <a:srgbClr val="00B050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3E9C9D8F-948B-F7CF-6544-7A7E2CF5EE8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95740" y="4408126"/>
                  <a:ext cx="695747" cy="410369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37D18132-CC47-F151-7CF0-D61B223E36DE}"/>
                    </a:ext>
                  </a:extLst>
                </p:cNvPr>
                <p:cNvSpPr/>
                <p:nvPr/>
              </p:nvSpPr>
              <p:spPr>
                <a:xfrm>
                  <a:off x="10288655" y="4129208"/>
                  <a:ext cx="716007" cy="69762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1400" b="0" i="1" dirty="0">
                    <a:solidFill>
                      <a:srgbClr val="00B050"/>
                    </a:solidFill>
                    <a:latin typeface="+mn-lt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4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sSub>
                          <m:sSubPr>
                            <m:ctrlPr>
                              <a:rPr lang="en-GB" sz="1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GB" sz="14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oMath>
                    </m:oMathPara>
                  </a14:m>
                  <a:endParaRPr lang="en-GB" sz="1400" dirty="0">
                    <a:solidFill>
                      <a:srgbClr val="00B050"/>
                    </a:solidFill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37D18132-CC47-F151-7CF0-D61B223E36D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88655" y="4129208"/>
                  <a:ext cx="716007" cy="697626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F43A7AF5-AABA-E400-EEFA-6DF8C8A42C41}"/>
              </a:ext>
            </a:extLst>
          </p:cNvPr>
          <p:cNvSpPr txBox="1"/>
          <p:nvPr/>
        </p:nvSpPr>
        <p:spPr>
          <a:xfrm>
            <a:off x="327632" y="2279738"/>
            <a:ext cx="835414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C00000"/>
              </a:buClr>
              <a:buSzPct val="90000"/>
            </a:pPr>
            <a:r>
              <a:rPr lang="en-GB" sz="1400" dirty="0">
                <a:latin typeface="+mn-lt"/>
              </a:rPr>
              <a:t>A </a:t>
            </a:r>
            <a:r>
              <a:rPr lang="en-GB" sz="1400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project</a:t>
            </a:r>
            <a:r>
              <a:rPr lang="en-GB" sz="1400" dirty="0">
                <a:latin typeface="+mn-lt"/>
              </a:rPr>
              <a:t> analysed in capital budgeting has three </a:t>
            </a:r>
            <a:r>
              <a:rPr lang="en-GB" sz="1400" b="1" dirty="0">
                <a:latin typeface="+mn-lt"/>
              </a:rPr>
              <a:t>characteristics</a:t>
            </a:r>
            <a:r>
              <a:rPr lang="en-GB" sz="1400" dirty="0">
                <a:latin typeface="+mn-lt"/>
              </a:rPr>
              <a:t>:</a:t>
            </a:r>
          </a:p>
          <a:p>
            <a:pPr>
              <a:buClr>
                <a:srgbClr val="C00000"/>
              </a:buClr>
              <a:buSzPct val="90000"/>
            </a:pPr>
            <a:r>
              <a:rPr lang="en-GB" sz="1400" dirty="0">
                <a:latin typeface="+mn-lt"/>
              </a:rPr>
              <a:t> </a:t>
            </a:r>
          </a:p>
          <a:p>
            <a:pPr marL="685800" lvl="1" indent="-342900">
              <a:buClr>
                <a:srgbClr val="C00000"/>
              </a:buClr>
              <a:buSzPct val="90000"/>
              <a:buFont typeface="+mj-lt"/>
              <a:buAutoNum type="arabicPeriod"/>
            </a:pPr>
            <a:r>
              <a:rPr lang="en-GB" sz="1400" dirty="0">
                <a:latin typeface="+mn-lt"/>
              </a:rPr>
              <a:t>A large up-front cost </a:t>
            </a:r>
          </a:p>
          <a:p>
            <a:pPr marL="342900" lvl="1" indent="0">
              <a:buClr>
                <a:srgbClr val="C00000"/>
              </a:buClr>
              <a:buSzPct val="90000"/>
            </a:pPr>
            <a:endParaRPr lang="en-GB" sz="1400" dirty="0">
              <a:latin typeface="+mn-lt"/>
            </a:endParaRPr>
          </a:p>
          <a:p>
            <a:pPr marL="342900" lvl="1" indent="0">
              <a:buClr>
                <a:srgbClr val="C00000"/>
              </a:buClr>
              <a:buSzPct val="90000"/>
            </a:pPr>
            <a:endParaRPr lang="en-GB" sz="1400" dirty="0">
              <a:latin typeface="+mn-lt"/>
            </a:endParaRPr>
          </a:p>
          <a:p>
            <a:pPr marL="685800" lvl="1" indent="-342900">
              <a:buClr>
                <a:srgbClr val="C00000"/>
              </a:buClr>
              <a:buSzPct val="90000"/>
              <a:buFont typeface="+mj-lt"/>
              <a:buAutoNum type="arabicPeriod" startAt="2"/>
            </a:pPr>
            <a:r>
              <a:rPr lang="en-GB" sz="1400" dirty="0">
                <a:latin typeface="+mn-lt"/>
              </a:rPr>
              <a:t>Cash flows for a specific period of time</a:t>
            </a:r>
          </a:p>
          <a:p>
            <a:pPr marL="685800" lvl="1" indent="-342900">
              <a:buClr>
                <a:srgbClr val="C00000"/>
              </a:buClr>
              <a:buSzPct val="90000"/>
              <a:buFont typeface="+mj-lt"/>
              <a:buAutoNum type="arabicPeriod" startAt="2"/>
            </a:pPr>
            <a:endParaRPr lang="en-GB" sz="1400" dirty="0">
              <a:latin typeface="+mn-lt"/>
            </a:endParaRPr>
          </a:p>
          <a:p>
            <a:pPr marL="342900" lvl="1" indent="0">
              <a:buClr>
                <a:srgbClr val="C00000"/>
              </a:buClr>
              <a:buSzPct val="90000"/>
            </a:pPr>
            <a:endParaRPr lang="en-GB" sz="1400" dirty="0">
              <a:latin typeface="+mn-lt"/>
            </a:endParaRPr>
          </a:p>
          <a:p>
            <a:pPr marL="685800" lvl="1" indent="-342900">
              <a:buClr>
                <a:srgbClr val="C00000"/>
              </a:buClr>
              <a:buSzPct val="90000"/>
              <a:buFont typeface="+mj-lt"/>
              <a:buAutoNum type="arabicPeriod" startAt="3"/>
            </a:pPr>
            <a:r>
              <a:rPr lang="en-GB" sz="1400" dirty="0">
                <a:latin typeface="+mn-lt"/>
              </a:rPr>
              <a:t>A salvage value at the end – the estimated liquidation value of the project’s assets at the end of its life.</a:t>
            </a:r>
          </a:p>
        </p:txBody>
      </p:sp>
      <p:pic>
        <p:nvPicPr>
          <p:cNvPr id="6" name="Picture 5" descr="A blue house with a dollar sign&#10;&#10;Description automatically generated">
            <a:extLst>
              <a:ext uri="{FF2B5EF4-FFF2-40B4-BE49-F238E27FC236}">
                <a16:creationId xmlns:a16="http://schemas.microsoft.com/office/drawing/2014/main" id="{FDF2C69D-066D-42CD-EC81-E1224158790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4"/>
              </a:ext>
            </a:extLst>
          </a:blip>
          <a:stretch>
            <a:fillRect/>
          </a:stretch>
        </p:blipFill>
        <p:spPr>
          <a:xfrm>
            <a:off x="2891938" y="2623829"/>
            <a:ext cx="650240" cy="650240"/>
          </a:xfrm>
          <a:prstGeom prst="rect">
            <a:avLst/>
          </a:prstGeom>
        </p:spPr>
      </p:pic>
      <p:pic>
        <p:nvPicPr>
          <p:cNvPr id="8" name="Picture 7" descr="A hand holding a clock and a bar&#10;&#10;Description automatically generated">
            <a:extLst>
              <a:ext uri="{FF2B5EF4-FFF2-40B4-BE49-F238E27FC236}">
                <a16:creationId xmlns:a16="http://schemas.microsoft.com/office/drawing/2014/main" id="{DA375033-47F5-29FD-17F9-A6F3B855798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6"/>
              </a:ext>
            </a:extLst>
          </a:blip>
          <a:stretch>
            <a:fillRect/>
          </a:stretch>
        </p:blipFill>
        <p:spPr>
          <a:xfrm>
            <a:off x="4385187" y="3178063"/>
            <a:ext cx="1060411" cy="805029"/>
          </a:xfrm>
          <a:prstGeom prst="rect">
            <a:avLst/>
          </a:prstGeom>
        </p:spPr>
      </p:pic>
      <p:pic>
        <p:nvPicPr>
          <p:cNvPr id="10" name="Picture 9" descr="Close-up of a rusted car&#10;&#10;Description automatically generated">
            <a:extLst>
              <a:ext uri="{FF2B5EF4-FFF2-40B4-BE49-F238E27FC236}">
                <a16:creationId xmlns:a16="http://schemas.microsoft.com/office/drawing/2014/main" id="{0D91FD11-8A1E-B35A-BCF1-87E2EE3CA63E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8"/>
              </a:ext>
            </a:extLst>
          </a:blip>
          <a:stretch>
            <a:fillRect/>
          </a:stretch>
        </p:blipFill>
        <p:spPr>
          <a:xfrm>
            <a:off x="7910077" y="4239765"/>
            <a:ext cx="1004052" cy="723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525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966888"/>
            <a:ext cx="7886700" cy="634117"/>
          </a:xfrm>
        </p:spPr>
        <p:txBody>
          <a:bodyPr>
            <a:normAutofit/>
          </a:bodyPr>
          <a:lstStyle/>
          <a:p>
            <a:r>
              <a:rPr lang="en-GB" dirty="0"/>
              <a:t>Payback Period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2849139"/>
            <a:ext cx="8591551" cy="405323"/>
          </a:xfrm>
        </p:spPr>
        <p:txBody>
          <a:bodyPr>
            <a:normAutofit/>
          </a:bodyPr>
          <a:lstStyle/>
          <a:p>
            <a:pPr marL="0" indent="0">
              <a:spcBef>
                <a:spcPts val="1800"/>
              </a:spcBef>
              <a:buClr>
                <a:srgbClr val="C00000"/>
              </a:buClr>
              <a:buSzPct val="90000"/>
              <a:buNone/>
            </a:pPr>
            <a:r>
              <a:rPr lang="en-GB" sz="1600" b="1" dirty="0">
                <a:solidFill>
                  <a:srgbClr val="C00000"/>
                </a:solidFill>
                <a:ea typeface="Cambria Math" panose="02040503050406030204" pitchFamily="18" charset="0"/>
              </a:rPr>
              <a:t>Measurement unit – </a:t>
            </a:r>
            <a:r>
              <a:rPr lang="en-GB" sz="1600" dirty="0">
                <a:ea typeface="Cambria Math" panose="02040503050406030204" pitchFamily="18" charset="0"/>
              </a:rPr>
              <a:t>The PP is always expressed in years.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48754" y="5710698"/>
            <a:ext cx="679467" cy="405323"/>
          </a:xfrm>
          <a:ln w="12700"/>
        </p:spPr>
        <p:txBody>
          <a:bodyPr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0F99C4FB-888A-4D12-A1C4-C744D94026CD}" type="slidenum">
              <a:rPr lang="en-GB" sz="135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/>
                <a:ea typeface="+mn-ea"/>
              </a:rPr>
              <a:pPr algn="ctr"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12</a:t>
            </a:fld>
            <a:endParaRPr lang="en-GB" sz="1350" dirty="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/>
              <a:ea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F997D829-4113-3E4F-9971-B0A40FBBD17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66700" y="1704974"/>
                <a:ext cx="8361406" cy="871745"/>
              </a:xfrm>
              <a:prstGeom prst="rect">
                <a:avLst/>
              </a:prstGeom>
            </p:spPr>
            <p:txBody>
              <a:bodyPr vert="horz" lIns="68580" tIns="34290" rIns="68580" bIns="34290" rtlCol="0">
                <a:normAutofit/>
              </a:bodyPr>
              <a:lstStyle>
                <a:lvl1pPr marL="342900" indent="-3429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6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Clr>
                    <a:srgbClr val="C00000"/>
                  </a:buClr>
                  <a:buSzPct val="90000"/>
                  <a:buNone/>
                </a:pPr>
                <a:r>
                  <a:rPr lang="en-GB" sz="1600" dirty="0"/>
                  <a:t>Payback Period - </a:t>
                </a:r>
                <a:r>
                  <a:rPr lang="en-GB" sz="1600" dirty="0">
                    <a:ea typeface="Cambria Math" panose="02040503050406030204" pitchFamily="18" charset="0"/>
                  </a:rPr>
                  <a:t>how quickly the cash flows generated by the project cover the initial investment</a:t>
                </a:r>
              </a:p>
              <a:p>
                <a:pPr marL="0" indent="0">
                  <a:buClr>
                    <a:srgbClr val="C00000"/>
                  </a:buClr>
                  <a:buSzPct val="9000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𝑃𝑃</m:t>
                      </m:r>
                      <m:r>
                        <a:rPr lang="en-GB" sz="16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GB" sz="16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last</m:t>
                      </m:r>
                      <m:r>
                        <a:rPr lang="en-GB" sz="16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GB" sz="16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year</m:t>
                      </m:r>
                      <m:r>
                        <a:rPr lang="en-GB" sz="16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GB" sz="16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with</m:t>
                      </m:r>
                      <m:r>
                        <a:rPr lang="en-GB" sz="16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GB" sz="16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negative</m:t>
                      </m:r>
                      <m:r>
                        <a:rPr lang="en-GB" sz="16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GB" sz="16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CCF</m:t>
                      </m:r>
                      <m:r>
                        <a:rPr lang="en-GB" sz="16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6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GB" sz="16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Last</m:t>
                              </m:r>
                              <m:r>
                                <a:rPr lang="en-GB" sz="16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GB" sz="16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negative</m:t>
                              </m:r>
                              <m:r>
                                <a:rPr lang="en-GB" sz="16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GB" sz="16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CCF</m:t>
                              </m:r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Following</m:t>
                          </m:r>
                          <m:r>
                            <a:rPr lang="en-GB" sz="16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GB" sz="16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Year</m:t>
                              </m:r>
                            </m:e>
                            <m:sup>
                              <m:r>
                                <a:rPr lang="en-GB" sz="16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</m:t>
                          </m:r>
                          <m:r>
                            <a:rPr lang="en-GB" sz="16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GB" sz="16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CF</m:t>
                          </m:r>
                        </m:den>
                      </m:f>
                    </m:oMath>
                  </m:oMathPara>
                </a14:m>
                <a:endParaRPr lang="en-GB" sz="16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F997D829-4113-3E4F-9971-B0A40FBBD1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0" y="1704974"/>
                <a:ext cx="8361406" cy="871745"/>
              </a:xfrm>
              <a:prstGeom prst="rect">
                <a:avLst/>
              </a:prstGeom>
              <a:blipFill>
                <a:blip r:embed="rId3"/>
                <a:stretch>
                  <a:fillRect l="-656" t="-349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43EF1F53-DC57-6478-2504-84CD0F156622}"/>
              </a:ext>
            </a:extLst>
          </p:cNvPr>
          <p:cNvSpPr txBox="1"/>
          <p:nvPr/>
        </p:nvSpPr>
        <p:spPr>
          <a:xfrm>
            <a:off x="266699" y="3621891"/>
            <a:ext cx="8591550" cy="9592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83519" indent="-1483519">
              <a:spcBef>
                <a:spcPts val="450"/>
              </a:spcBef>
              <a:buClr>
                <a:srgbClr val="C00000"/>
              </a:buClr>
              <a:buSzPct val="90000"/>
            </a:pPr>
            <a:r>
              <a:rPr lang="en-GB" sz="1600" b="1" dirty="0">
                <a:solidFill>
                  <a:srgbClr val="C00000"/>
                </a:solidFill>
                <a:latin typeface="+mn-lt"/>
                <a:ea typeface="Cambria Math" panose="02040503050406030204" pitchFamily="18" charset="0"/>
              </a:rPr>
              <a:t>Decision Rule –</a:t>
            </a:r>
            <a:r>
              <a:rPr lang="en-GB" sz="1600" b="1" i="1" dirty="0">
                <a:solidFill>
                  <a:srgbClr val="C00000"/>
                </a:solidFill>
                <a:latin typeface="+mn-lt"/>
                <a:ea typeface="Cambria Math" panose="02040503050406030204" pitchFamily="18" charset="0"/>
              </a:rPr>
              <a:t> </a:t>
            </a:r>
            <a:r>
              <a:rPr lang="en-GB" sz="1600" dirty="0">
                <a:latin typeface="+mn-lt"/>
                <a:ea typeface="Cambria Math" panose="02040503050406030204" pitchFamily="18" charset="0"/>
              </a:rPr>
              <a:t>There is no universal benchmark for the PP. Each company has its own benchmark</a:t>
            </a:r>
          </a:p>
          <a:p>
            <a:pPr marL="1483519">
              <a:spcBef>
                <a:spcPts val="450"/>
              </a:spcBef>
              <a:buClr>
                <a:srgbClr val="C00000"/>
              </a:buClr>
              <a:buSzPct val="90000"/>
            </a:pPr>
            <a:r>
              <a:rPr lang="en-GB" sz="1600" i="1" dirty="0">
                <a:latin typeface="+mn-lt"/>
                <a:ea typeface="Cambria Math" panose="02040503050406030204" pitchFamily="18" charset="0"/>
              </a:rPr>
              <a:t> (</a:t>
            </a:r>
            <a:r>
              <a:rPr lang="en-GB" sz="1600" i="1" dirty="0" err="1">
                <a:latin typeface="+mn-lt"/>
                <a:ea typeface="Cambria Math" panose="02040503050406030204" pitchFamily="18" charset="0"/>
              </a:rPr>
              <a:t>i</a:t>
            </a:r>
            <a:r>
              <a:rPr lang="en-GB" sz="1600" i="1" dirty="0">
                <a:latin typeface="+mn-lt"/>
                <a:ea typeface="Cambria Math" panose="02040503050406030204" pitchFamily="18" charset="0"/>
              </a:rPr>
              <a:t>) </a:t>
            </a:r>
            <a:r>
              <a:rPr lang="en-GB" sz="1600" b="1" i="1" dirty="0">
                <a:latin typeface="+mn-lt"/>
                <a:ea typeface="Cambria Math" panose="02040503050406030204" pitchFamily="18" charset="0"/>
              </a:rPr>
              <a:t>Independent project</a:t>
            </a:r>
            <a:r>
              <a:rPr lang="en-GB" sz="1600" i="1" dirty="0">
                <a:latin typeface="+mn-lt"/>
                <a:ea typeface="Cambria Math" panose="02040503050406030204" pitchFamily="18" charset="0"/>
              </a:rPr>
              <a:t>: </a:t>
            </a:r>
            <a:r>
              <a:rPr lang="en-GB" sz="1600" dirty="0">
                <a:latin typeface="+mn-lt"/>
                <a:ea typeface="Cambria Math" panose="02040503050406030204" pitchFamily="18" charset="0"/>
              </a:rPr>
              <a:t>Accept a project if PP &lt; benchmark.</a:t>
            </a:r>
          </a:p>
          <a:p>
            <a:pPr marL="1483519">
              <a:spcBef>
                <a:spcPts val="450"/>
              </a:spcBef>
              <a:buClr>
                <a:srgbClr val="C00000"/>
              </a:buClr>
              <a:buSzPct val="90000"/>
            </a:pPr>
            <a:r>
              <a:rPr lang="en-GB" sz="1600" i="1" dirty="0">
                <a:latin typeface="+mn-lt"/>
                <a:ea typeface="Cambria Math" panose="02040503050406030204" pitchFamily="18" charset="0"/>
              </a:rPr>
              <a:t>(ii) </a:t>
            </a:r>
            <a:r>
              <a:rPr lang="en-GB" sz="1600" b="1" i="1" dirty="0">
                <a:latin typeface="+mn-lt"/>
                <a:ea typeface="Cambria Math" panose="02040503050406030204" pitchFamily="18" charset="0"/>
              </a:rPr>
              <a:t>Mutually exclusive</a:t>
            </a:r>
            <a:r>
              <a:rPr lang="en-GB" sz="1600" i="1" dirty="0">
                <a:latin typeface="+mn-lt"/>
                <a:ea typeface="Cambria Math" panose="02040503050406030204" pitchFamily="18" charset="0"/>
              </a:rPr>
              <a:t>: </a:t>
            </a:r>
            <a:r>
              <a:rPr lang="en-GB" sz="1600" dirty="0">
                <a:latin typeface="+mn-lt"/>
                <a:ea typeface="Cambria Math" panose="02040503050406030204" pitchFamily="18" charset="0"/>
              </a:rPr>
              <a:t>Accept project with shortest PP, as long as PP &lt; benchmark.</a:t>
            </a:r>
          </a:p>
        </p:txBody>
      </p:sp>
    </p:spTree>
    <p:extLst>
      <p:ext uri="{BB962C8B-B14F-4D97-AF65-F5344CB8AC3E}">
        <p14:creationId xmlns:p14="http://schemas.microsoft.com/office/powerpoint/2010/main" val="1144184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build="p"/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966888"/>
            <a:ext cx="7886700" cy="634117"/>
          </a:xfrm>
        </p:spPr>
        <p:txBody>
          <a:bodyPr>
            <a:normAutofit/>
          </a:bodyPr>
          <a:lstStyle/>
          <a:p>
            <a:r>
              <a:rPr lang="en-GB" dirty="0"/>
              <a:t>Payback Period 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1704974"/>
            <a:ext cx="8591550" cy="4005724"/>
          </a:xfrm>
        </p:spPr>
        <p:txBody>
          <a:bodyPr>
            <a:normAutofit/>
          </a:bodyPr>
          <a:lstStyle/>
          <a:p>
            <a:pPr marL="0" indent="0">
              <a:buClr>
                <a:srgbClr val="C00000"/>
              </a:buClr>
              <a:buSzPct val="90000"/>
              <a:buNone/>
            </a:pPr>
            <a:r>
              <a:rPr lang="en-GB" sz="1600" b="1" dirty="0">
                <a:solidFill>
                  <a:schemeClr val="accent5">
                    <a:lumMod val="75000"/>
                  </a:schemeClr>
                </a:solidFill>
              </a:rPr>
              <a:t>Example 1 – Investment Decision</a:t>
            </a:r>
            <a:endParaRPr lang="en-GB" sz="1600" dirty="0"/>
          </a:p>
          <a:p>
            <a:pPr marL="0" indent="0">
              <a:spcBef>
                <a:spcPts val="1350"/>
              </a:spcBef>
              <a:buClr>
                <a:srgbClr val="C00000"/>
              </a:buClr>
              <a:buSzPct val="90000"/>
              <a:buNone/>
            </a:pPr>
            <a:r>
              <a:rPr lang="en-GB" sz="1600" dirty="0" err="1">
                <a:ea typeface="Cambria Math" panose="02040503050406030204" pitchFamily="18" charset="0"/>
              </a:rPr>
              <a:t>Shoez</a:t>
            </a:r>
            <a:r>
              <a:rPr lang="en-GB" sz="1600" dirty="0">
                <a:ea typeface="Cambria Math" panose="02040503050406030204" pitchFamily="18" charset="0"/>
              </a:rPr>
              <a:t> Co. plans to launch a new shoe line and must choose between two designs. These projects are mutually exclusive. They have an internal benchmark for Payback of 3years.</a:t>
            </a:r>
          </a:p>
          <a:p>
            <a:pPr marL="0" indent="0">
              <a:spcBef>
                <a:spcPts val="450"/>
              </a:spcBef>
              <a:spcAft>
                <a:spcPts val="450"/>
              </a:spcAft>
              <a:buClr>
                <a:srgbClr val="C00000"/>
              </a:buClr>
              <a:buSzPct val="90000"/>
              <a:buNone/>
            </a:pPr>
            <a:r>
              <a:rPr lang="en-GB" sz="1600" dirty="0">
                <a:solidFill>
                  <a:srgbClr val="C00000"/>
                </a:solidFill>
                <a:ea typeface="Cambria Math" panose="02040503050406030204" pitchFamily="18" charset="0"/>
              </a:rPr>
              <a:t>Design 1:</a:t>
            </a:r>
            <a:r>
              <a:rPr lang="en-GB" sz="1600" dirty="0">
                <a:ea typeface="Cambria Math" panose="02040503050406030204" pitchFamily="18" charset="0"/>
              </a:rPr>
              <a:t> has an initial cost of $100,000 and a salvage value of $25,000 after four years. </a:t>
            </a:r>
          </a:p>
          <a:p>
            <a:pPr marL="0" indent="0">
              <a:spcBef>
                <a:spcPts val="450"/>
              </a:spcBef>
              <a:spcAft>
                <a:spcPts val="450"/>
              </a:spcAft>
              <a:buClr>
                <a:srgbClr val="C00000"/>
              </a:buClr>
              <a:buSzPct val="90000"/>
              <a:buNone/>
            </a:pPr>
            <a:r>
              <a:rPr lang="en-GB" sz="1600" dirty="0">
                <a:solidFill>
                  <a:srgbClr val="C00000"/>
                </a:solidFill>
                <a:ea typeface="Cambria Math" panose="02040503050406030204" pitchFamily="18" charset="0"/>
              </a:rPr>
              <a:t>Design 2:</a:t>
            </a:r>
            <a:r>
              <a:rPr lang="en-GB" sz="1600" dirty="0">
                <a:ea typeface="Cambria Math" panose="02040503050406030204" pitchFamily="18" charset="0"/>
              </a:rPr>
              <a:t> has an initial cost of $100,000 and a salvage value of $50,000 after four years. </a:t>
            </a:r>
          </a:p>
          <a:p>
            <a:pPr marL="0" indent="0">
              <a:spcBef>
                <a:spcPts val="1350"/>
              </a:spcBef>
              <a:buClr>
                <a:srgbClr val="C00000"/>
              </a:buClr>
              <a:buSzPct val="90000"/>
              <a:buNone/>
            </a:pPr>
            <a:r>
              <a:rPr lang="en-GB" sz="1600" dirty="0">
                <a:ea typeface="Cambria Math" panose="02040503050406030204" pitchFamily="18" charset="0"/>
              </a:rPr>
              <a:t>The </a:t>
            </a:r>
            <a:r>
              <a:rPr lang="en-GB" sz="1600" i="1" dirty="0">
                <a:ea typeface="Cambria Math" panose="02040503050406030204" pitchFamily="18" charset="0"/>
              </a:rPr>
              <a:t>net cash flows </a:t>
            </a:r>
            <a:r>
              <a:rPr lang="en-GB" sz="1600" dirty="0">
                <a:ea typeface="Cambria Math" panose="02040503050406030204" pitchFamily="18" charset="0"/>
              </a:rPr>
              <a:t>from both projects are:</a:t>
            </a:r>
          </a:p>
          <a:p>
            <a:pPr marL="0" indent="0">
              <a:spcBef>
                <a:spcPts val="1350"/>
              </a:spcBef>
              <a:buClr>
                <a:srgbClr val="C00000"/>
              </a:buClr>
              <a:buSzPct val="90000"/>
              <a:buNone/>
            </a:pPr>
            <a:endParaRPr lang="en-GB" sz="1600" dirty="0">
              <a:ea typeface="Cambria Math" panose="02040503050406030204" pitchFamily="18" charset="0"/>
            </a:endParaRPr>
          </a:p>
          <a:p>
            <a:pPr marL="0" indent="0">
              <a:spcBef>
                <a:spcPts val="1350"/>
              </a:spcBef>
              <a:buClr>
                <a:srgbClr val="C00000"/>
              </a:buClr>
              <a:buSzPct val="90000"/>
              <a:buNone/>
            </a:pPr>
            <a:endParaRPr lang="en-GB" sz="1600" dirty="0">
              <a:ea typeface="Cambria Math" panose="02040503050406030204" pitchFamily="18" charset="0"/>
            </a:endParaRPr>
          </a:p>
          <a:p>
            <a:pPr marL="0" indent="0">
              <a:spcBef>
                <a:spcPts val="1350"/>
              </a:spcBef>
              <a:buClr>
                <a:srgbClr val="C00000"/>
              </a:buClr>
              <a:buSzPct val="90000"/>
              <a:buNone/>
            </a:pPr>
            <a:endParaRPr lang="en-GB" sz="1600" dirty="0">
              <a:ea typeface="Cambria Math" panose="02040503050406030204" pitchFamily="18" charset="0"/>
            </a:endParaRPr>
          </a:p>
          <a:p>
            <a:pPr>
              <a:spcBef>
                <a:spcPts val="1350"/>
              </a:spcBef>
              <a:buClr>
                <a:srgbClr val="C00000"/>
              </a:buClr>
              <a:buSzPct val="90000"/>
              <a:buFont typeface="Wingdings" panose="05000000000000000000" pitchFamily="2" charset="2"/>
              <a:buChar char="§"/>
            </a:pPr>
            <a:r>
              <a:rPr lang="en-GB" sz="1600" dirty="0">
                <a:ea typeface="Cambria Math" panose="02040503050406030204" pitchFamily="18" charset="0"/>
              </a:rPr>
              <a:t>Which project should </a:t>
            </a:r>
            <a:r>
              <a:rPr lang="en-GB" sz="1600" dirty="0" err="1">
                <a:ea typeface="Cambria Math" panose="02040503050406030204" pitchFamily="18" charset="0"/>
              </a:rPr>
              <a:t>Shoez</a:t>
            </a:r>
            <a:r>
              <a:rPr lang="en-GB" sz="1600" dirty="0">
                <a:ea typeface="Cambria Math" panose="02040503050406030204" pitchFamily="18" charset="0"/>
              </a:rPr>
              <a:t> Co. choose?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48754" y="5710698"/>
            <a:ext cx="679467" cy="405323"/>
          </a:xfrm>
          <a:ln w="12700"/>
        </p:spPr>
        <p:txBody>
          <a:bodyPr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0F99C4FB-888A-4D12-A1C4-C744D94026CD}" type="slidenum">
              <a:rPr lang="en-GB" sz="1600">
                <a:solidFill>
                  <a:prstClr val="black">
                    <a:lumMod val="50000"/>
                    <a:lumOff val="50000"/>
                  </a:prstClr>
                </a:solidFill>
                <a:latin typeface="+mn-lt"/>
                <a:ea typeface="+mn-ea"/>
              </a:rPr>
              <a:pPr algn="ctr"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13</a:t>
            </a:fld>
            <a:endParaRPr lang="en-GB" sz="1600" dirty="0">
              <a:solidFill>
                <a:prstClr val="black">
                  <a:lumMod val="50000"/>
                  <a:lumOff val="50000"/>
                </a:prstClr>
              </a:solidFill>
              <a:latin typeface="+mn-lt"/>
              <a:ea typeface="+mn-ea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CBF1B07-5925-4C6C-8EF4-E690F7C53D12}"/>
              </a:ext>
            </a:extLst>
          </p:cNvPr>
          <p:cNvGraphicFramePr>
            <a:graphicFrameLocks noGrp="1"/>
          </p:cNvGraphicFramePr>
          <p:nvPr/>
        </p:nvGraphicFramePr>
        <p:xfrm>
          <a:off x="766638" y="4054440"/>
          <a:ext cx="7591676" cy="822960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3071208">
                  <a:extLst>
                    <a:ext uri="{9D8B030D-6E8A-4147-A177-3AD203B41FA5}">
                      <a16:colId xmlns:a16="http://schemas.microsoft.com/office/drawing/2014/main" val="3067677609"/>
                    </a:ext>
                  </a:extLst>
                </a:gridCol>
                <a:gridCol w="1130117">
                  <a:extLst>
                    <a:ext uri="{9D8B030D-6E8A-4147-A177-3AD203B41FA5}">
                      <a16:colId xmlns:a16="http://schemas.microsoft.com/office/drawing/2014/main" val="1143181142"/>
                    </a:ext>
                  </a:extLst>
                </a:gridCol>
                <a:gridCol w="1130117">
                  <a:extLst>
                    <a:ext uri="{9D8B030D-6E8A-4147-A177-3AD203B41FA5}">
                      <a16:colId xmlns:a16="http://schemas.microsoft.com/office/drawing/2014/main" val="4054193596"/>
                    </a:ext>
                  </a:extLst>
                </a:gridCol>
                <a:gridCol w="1130117">
                  <a:extLst>
                    <a:ext uri="{9D8B030D-6E8A-4147-A177-3AD203B41FA5}">
                      <a16:colId xmlns:a16="http://schemas.microsoft.com/office/drawing/2014/main" val="1726831881"/>
                    </a:ext>
                  </a:extLst>
                </a:gridCol>
                <a:gridCol w="1130117">
                  <a:extLst>
                    <a:ext uri="{9D8B030D-6E8A-4147-A177-3AD203B41FA5}">
                      <a16:colId xmlns:a16="http://schemas.microsoft.com/office/drawing/2014/main" val="172430941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5257800" algn="r"/>
                        </a:tabLst>
                      </a:pPr>
                      <a:r>
                        <a:rPr lang="en-US" sz="1800" kern="100" dirty="0">
                          <a:effectLst/>
                        </a:rPr>
                        <a:t>Year</a:t>
                      </a:r>
                      <a:endParaRPr lang="en-GB" sz="1800" kern="100" dirty="0"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marL="13335" marR="13335" marT="0" marB="0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257800" algn="r"/>
                        </a:tabLst>
                      </a:pPr>
                      <a:r>
                        <a:rPr lang="en-US" sz="1800" kern="100" dirty="0">
                          <a:effectLst/>
                        </a:rPr>
                        <a:t>1</a:t>
                      </a:r>
                      <a:endParaRPr lang="en-GB" sz="1800" kern="100" dirty="0"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marL="13335" marR="133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257800" algn="r"/>
                        </a:tabLst>
                      </a:pPr>
                      <a:r>
                        <a:rPr lang="en-US" sz="1800" kern="100">
                          <a:effectLst/>
                        </a:rPr>
                        <a:t>2</a:t>
                      </a:r>
                      <a:endParaRPr lang="en-GB" sz="1800" kern="100"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marL="13335" marR="133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257800" algn="r"/>
                        </a:tabLst>
                      </a:pPr>
                      <a:r>
                        <a:rPr lang="en-US" sz="1800" kern="100" dirty="0">
                          <a:effectLst/>
                        </a:rPr>
                        <a:t>3</a:t>
                      </a:r>
                      <a:endParaRPr lang="en-GB" sz="1800" kern="100" dirty="0"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marL="13335" marR="133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257800" algn="r"/>
                        </a:tabLst>
                      </a:pPr>
                      <a:r>
                        <a:rPr lang="en-US" sz="1800" kern="100" dirty="0">
                          <a:effectLst/>
                        </a:rPr>
                        <a:t>4</a:t>
                      </a:r>
                      <a:endParaRPr lang="en-GB" sz="1800" kern="100" dirty="0"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marL="13335" marR="13335" marT="0" marB="0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88550926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5257800" algn="r"/>
                        </a:tabLst>
                      </a:pPr>
                      <a:r>
                        <a:rPr lang="en-US" sz="1800" kern="100" dirty="0">
                          <a:effectLst/>
                        </a:rPr>
                        <a:t>Design 1 ($/year)</a:t>
                      </a:r>
                      <a:endParaRPr lang="en-GB" sz="1800" kern="100" dirty="0"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marL="13335" marR="13335" marT="0" marB="0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257800" algn="r"/>
                        </a:tabLst>
                      </a:pPr>
                      <a:r>
                        <a:rPr lang="en-US" sz="1800" kern="100" dirty="0">
                          <a:effectLst/>
                        </a:rPr>
                        <a:t>25,000</a:t>
                      </a:r>
                      <a:endParaRPr lang="en-GB" sz="1800" kern="100" dirty="0"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marL="13335" marR="133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257800" algn="r"/>
                        </a:tabLst>
                      </a:pPr>
                      <a:r>
                        <a:rPr lang="en-US" sz="1800" kern="100" dirty="0">
                          <a:effectLst/>
                        </a:rPr>
                        <a:t>29,000</a:t>
                      </a:r>
                      <a:endParaRPr lang="en-GB" sz="1800" kern="100" dirty="0"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marL="13335" marR="133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257800" algn="r"/>
                        </a:tabLst>
                      </a:pPr>
                      <a:r>
                        <a:rPr lang="en-US" sz="1800" kern="100" dirty="0">
                          <a:effectLst/>
                        </a:rPr>
                        <a:t>32,000</a:t>
                      </a:r>
                      <a:endParaRPr lang="en-GB" sz="1800" kern="100" dirty="0"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marL="13335" marR="133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257800" algn="r"/>
                        </a:tabLst>
                      </a:pPr>
                      <a:r>
                        <a:rPr lang="en-US" sz="1800" kern="100" dirty="0">
                          <a:effectLst/>
                        </a:rPr>
                        <a:t>35,000</a:t>
                      </a:r>
                      <a:endParaRPr lang="en-GB" sz="1800" kern="100" dirty="0"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marL="13335" marR="13335" marT="0" marB="0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61715392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5257800" algn="r"/>
                        </a:tabLst>
                      </a:pPr>
                      <a:r>
                        <a:rPr lang="en-US" sz="1800" kern="100" dirty="0">
                          <a:effectLst/>
                        </a:rPr>
                        <a:t>Design 2 ($/year)</a:t>
                      </a:r>
                      <a:endParaRPr lang="en-GB" sz="1800" kern="100" dirty="0"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marL="13335" marR="13335" marT="0" marB="0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257800" algn="r"/>
                        </a:tabLst>
                      </a:pPr>
                      <a:r>
                        <a:rPr lang="en-US" sz="1800" kern="100">
                          <a:effectLst/>
                        </a:rPr>
                        <a:t>15,000</a:t>
                      </a:r>
                      <a:endParaRPr lang="en-GB" sz="1800" kern="100"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marL="13335" marR="133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257800" algn="r"/>
                        </a:tabLst>
                      </a:pPr>
                      <a:r>
                        <a:rPr lang="en-US" sz="1800" kern="100">
                          <a:effectLst/>
                        </a:rPr>
                        <a:t>20,000</a:t>
                      </a:r>
                      <a:endParaRPr lang="en-GB" sz="1800" kern="100"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marL="13335" marR="133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257800" algn="r"/>
                        </a:tabLst>
                      </a:pPr>
                      <a:r>
                        <a:rPr lang="en-US" sz="1800" kern="100" dirty="0">
                          <a:effectLst/>
                        </a:rPr>
                        <a:t>25,000</a:t>
                      </a:r>
                      <a:endParaRPr lang="en-GB" sz="1800" kern="100" dirty="0"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marL="13335" marR="133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257800" algn="r"/>
                        </a:tabLst>
                      </a:pPr>
                      <a:r>
                        <a:rPr lang="en-US" sz="1800" kern="100" dirty="0">
                          <a:effectLst/>
                        </a:rPr>
                        <a:t>18,000 </a:t>
                      </a:r>
                      <a:endParaRPr lang="en-GB" sz="1800" kern="100" dirty="0"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marL="13335" marR="13335" marT="0" marB="0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4184733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172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966888"/>
            <a:ext cx="7886700" cy="634117"/>
          </a:xfrm>
        </p:spPr>
        <p:txBody>
          <a:bodyPr>
            <a:normAutofit/>
          </a:bodyPr>
          <a:lstStyle/>
          <a:p>
            <a:r>
              <a:rPr lang="en-GB" dirty="0"/>
              <a:t>Capital Budgeting – Payback Period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699" y="2708920"/>
            <a:ext cx="8684487" cy="300083"/>
          </a:xfrm>
        </p:spPr>
        <p:txBody>
          <a:bodyPr>
            <a:normAutofit lnSpcReduction="10000"/>
          </a:bodyPr>
          <a:lstStyle/>
          <a:p>
            <a:pPr marL="0" indent="0">
              <a:spcBef>
                <a:spcPts val="1350"/>
              </a:spcBef>
              <a:buClr>
                <a:srgbClr val="C00000"/>
              </a:buClr>
              <a:buSzPct val="90000"/>
              <a:buNone/>
            </a:pPr>
            <a:r>
              <a:rPr lang="en-GB" sz="1400" dirty="0">
                <a:ea typeface="Cambria Math" panose="02040503050406030204" pitchFamily="18" charset="0"/>
              </a:rPr>
              <a:t>The cash flows associated with Design 1 are: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CBF1B07-5925-4C6C-8EF4-E690F7C53D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729358"/>
              </p:ext>
            </p:extLst>
          </p:nvPr>
        </p:nvGraphicFramePr>
        <p:xfrm>
          <a:off x="359636" y="2117206"/>
          <a:ext cx="6588627" cy="487234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2665427">
                  <a:extLst>
                    <a:ext uri="{9D8B030D-6E8A-4147-A177-3AD203B41FA5}">
                      <a16:colId xmlns:a16="http://schemas.microsoft.com/office/drawing/2014/main" val="3067677609"/>
                    </a:ext>
                  </a:extLst>
                </a:gridCol>
                <a:gridCol w="980800">
                  <a:extLst>
                    <a:ext uri="{9D8B030D-6E8A-4147-A177-3AD203B41FA5}">
                      <a16:colId xmlns:a16="http://schemas.microsoft.com/office/drawing/2014/main" val="1143181142"/>
                    </a:ext>
                  </a:extLst>
                </a:gridCol>
                <a:gridCol w="980800">
                  <a:extLst>
                    <a:ext uri="{9D8B030D-6E8A-4147-A177-3AD203B41FA5}">
                      <a16:colId xmlns:a16="http://schemas.microsoft.com/office/drawing/2014/main" val="4054193596"/>
                    </a:ext>
                  </a:extLst>
                </a:gridCol>
                <a:gridCol w="980800">
                  <a:extLst>
                    <a:ext uri="{9D8B030D-6E8A-4147-A177-3AD203B41FA5}">
                      <a16:colId xmlns:a16="http://schemas.microsoft.com/office/drawing/2014/main" val="1726831881"/>
                    </a:ext>
                  </a:extLst>
                </a:gridCol>
                <a:gridCol w="980800">
                  <a:extLst>
                    <a:ext uri="{9D8B030D-6E8A-4147-A177-3AD203B41FA5}">
                      <a16:colId xmlns:a16="http://schemas.microsoft.com/office/drawing/2014/main" val="1724309414"/>
                    </a:ext>
                  </a:extLst>
                </a:gridCol>
              </a:tblGrid>
              <a:tr h="24361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5257800" algn="r"/>
                        </a:tabLst>
                      </a:pPr>
                      <a:r>
                        <a:rPr lang="en-US" sz="1200" kern="100" dirty="0">
                          <a:effectLst/>
                        </a:rPr>
                        <a:t>Year</a:t>
                      </a:r>
                      <a:endParaRPr lang="en-GB" sz="1200" kern="100" dirty="0"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marL="13335" marR="13335" marT="0" marB="0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257800" algn="r"/>
                        </a:tabLst>
                      </a:pPr>
                      <a:r>
                        <a:rPr lang="en-US" sz="1200" kern="100" dirty="0">
                          <a:effectLst/>
                        </a:rPr>
                        <a:t>1</a:t>
                      </a:r>
                      <a:endParaRPr lang="en-GB" sz="1200" kern="100" dirty="0"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marL="13335" marR="133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257800" algn="r"/>
                        </a:tabLst>
                      </a:pPr>
                      <a:r>
                        <a:rPr lang="en-US" sz="1200" kern="100" dirty="0">
                          <a:effectLst/>
                        </a:rPr>
                        <a:t>2</a:t>
                      </a:r>
                      <a:endParaRPr lang="en-GB" sz="1200" kern="100" dirty="0"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marL="13335" marR="133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257800" algn="r"/>
                        </a:tabLst>
                      </a:pPr>
                      <a:r>
                        <a:rPr lang="en-US" sz="1200" kern="100" dirty="0">
                          <a:effectLst/>
                        </a:rPr>
                        <a:t>3</a:t>
                      </a:r>
                      <a:endParaRPr lang="en-GB" sz="1200" kern="100" dirty="0"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marL="13335" marR="133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257800" algn="r"/>
                        </a:tabLst>
                      </a:pPr>
                      <a:r>
                        <a:rPr lang="en-US" sz="1200" kern="100" dirty="0">
                          <a:effectLst/>
                        </a:rPr>
                        <a:t>4</a:t>
                      </a:r>
                      <a:endParaRPr lang="en-GB" sz="1200" kern="100" dirty="0"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marL="13335" marR="13335" marT="0" marB="0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885509269"/>
                  </a:ext>
                </a:extLst>
              </a:tr>
              <a:tr h="24361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5257800" algn="r"/>
                        </a:tabLst>
                      </a:pPr>
                      <a:r>
                        <a:rPr lang="en-US" sz="1200" kern="100" dirty="0">
                          <a:effectLst/>
                        </a:rPr>
                        <a:t>Design 1 ($/year)</a:t>
                      </a:r>
                      <a:endParaRPr lang="en-GB" sz="1200" kern="100" dirty="0"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marL="13335" marR="13335" marT="0" marB="0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257800" algn="r"/>
                        </a:tabLst>
                      </a:pPr>
                      <a:r>
                        <a:rPr lang="en-US" sz="1200" kern="100" dirty="0">
                          <a:effectLst/>
                        </a:rPr>
                        <a:t>25,000</a:t>
                      </a:r>
                      <a:endParaRPr lang="en-GB" sz="1200" kern="100" dirty="0"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marL="13335" marR="133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257800" algn="r"/>
                        </a:tabLst>
                      </a:pPr>
                      <a:r>
                        <a:rPr lang="en-US" sz="1200" kern="100" dirty="0">
                          <a:effectLst/>
                        </a:rPr>
                        <a:t>29,000</a:t>
                      </a:r>
                      <a:endParaRPr lang="en-GB" sz="1200" kern="100" dirty="0"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marL="13335" marR="133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257800" algn="r"/>
                        </a:tabLst>
                      </a:pPr>
                      <a:r>
                        <a:rPr lang="en-US" sz="1200" kern="100" dirty="0">
                          <a:effectLst/>
                        </a:rPr>
                        <a:t>32,000</a:t>
                      </a:r>
                      <a:endParaRPr lang="en-GB" sz="1200" kern="100" dirty="0"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marL="13335" marR="133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257800" algn="r"/>
                        </a:tabLst>
                      </a:pPr>
                      <a:r>
                        <a:rPr lang="en-US" sz="1200" kern="100" dirty="0">
                          <a:effectLst/>
                        </a:rPr>
                        <a:t>35,000</a:t>
                      </a:r>
                      <a:endParaRPr lang="en-GB" sz="1200" kern="100" dirty="0"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marL="13335" marR="13335" marT="0" marB="0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61715392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7C36177-302F-BAD2-113C-A79BD7C43A2E}"/>
              </a:ext>
            </a:extLst>
          </p:cNvPr>
          <p:cNvSpPr txBox="1"/>
          <p:nvPr/>
        </p:nvSpPr>
        <p:spPr>
          <a:xfrm>
            <a:off x="266700" y="1615951"/>
            <a:ext cx="77775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50"/>
              </a:spcBef>
              <a:spcAft>
                <a:spcPts val="450"/>
              </a:spcAft>
              <a:buClr>
                <a:srgbClr val="C00000"/>
              </a:buClr>
              <a:buSzPct val="90000"/>
            </a:pPr>
            <a:r>
              <a:rPr lang="en-GB" sz="1400" dirty="0">
                <a:solidFill>
                  <a:srgbClr val="C00000"/>
                </a:solidFill>
                <a:latin typeface="+mn-lt"/>
                <a:ea typeface="Cambria Math" panose="02040503050406030204" pitchFamily="18" charset="0"/>
              </a:rPr>
              <a:t>Design 1:</a:t>
            </a:r>
            <a:r>
              <a:rPr lang="en-GB" sz="1400" dirty="0">
                <a:latin typeface="+mn-lt"/>
                <a:ea typeface="Cambria Math" panose="02040503050406030204" pitchFamily="18" charset="0"/>
              </a:rPr>
              <a:t> has an initial cost of $100,000 and a salvage value of $25,000 after four years, and the following net cash flows:</a:t>
            </a: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F2D75C44-3DF7-8222-2C6A-73D40E04DA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7108526"/>
              </p:ext>
            </p:extLst>
          </p:nvPr>
        </p:nvGraphicFramePr>
        <p:xfrm>
          <a:off x="359637" y="3101956"/>
          <a:ext cx="6444612" cy="457200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2461467">
                  <a:extLst>
                    <a:ext uri="{9D8B030D-6E8A-4147-A177-3AD203B41FA5}">
                      <a16:colId xmlns:a16="http://schemas.microsoft.com/office/drawing/2014/main" val="122490505"/>
                    </a:ext>
                  </a:extLst>
                </a:gridCol>
                <a:gridCol w="796629">
                  <a:extLst>
                    <a:ext uri="{9D8B030D-6E8A-4147-A177-3AD203B41FA5}">
                      <a16:colId xmlns:a16="http://schemas.microsoft.com/office/drawing/2014/main" val="416982339"/>
                    </a:ext>
                  </a:extLst>
                </a:gridCol>
                <a:gridCol w="796629">
                  <a:extLst>
                    <a:ext uri="{9D8B030D-6E8A-4147-A177-3AD203B41FA5}">
                      <a16:colId xmlns:a16="http://schemas.microsoft.com/office/drawing/2014/main" val="3744096715"/>
                    </a:ext>
                  </a:extLst>
                </a:gridCol>
                <a:gridCol w="796629">
                  <a:extLst>
                    <a:ext uri="{9D8B030D-6E8A-4147-A177-3AD203B41FA5}">
                      <a16:colId xmlns:a16="http://schemas.microsoft.com/office/drawing/2014/main" val="3261845766"/>
                    </a:ext>
                  </a:extLst>
                </a:gridCol>
                <a:gridCol w="796629">
                  <a:extLst>
                    <a:ext uri="{9D8B030D-6E8A-4147-A177-3AD203B41FA5}">
                      <a16:colId xmlns:a16="http://schemas.microsoft.com/office/drawing/2014/main" val="451416236"/>
                    </a:ext>
                  </a:extLst>
                </a:gridCol>
                <a:gridCol w="796629">
                  <a:extLst>
                    <a:ext uri="{9D8B030D-6E8A-4147-A177-3AD203B41FA5}">
                      <a16:colId xmlns:a16="http://schemas.microsoft.com/office/drawing/2014/main" val="1394199606"/>
                    </a:ext>
                  </a:extLst>
                </a:gridCol>
              </a:tblGrid>
              <a:tr h="22103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5257800" algn="r"/>
                        </a:tabLst>
                      </a:pPr>
                      <a:r>
                        <a:rPr lang="en-US" sz="1500" kern="100" dirty="0">
                          <a:effectLst/>
                          <a:latin typeface="+mn-lt"/>
                        </a:rPr>
                        <a:t>Year</a:t>
                      </a:r>
                      <a:endParaRPr lang="en-GB" sz="1500" kern="100" dirty="0">
                        <a:effectLst/>
                        <a:latin typeface="+mn-lt"/>
                        <a:ea typeface="PMingLiU" panose="02020500000000000000" pitchFamily="18" charset="-120"/>
                      </a:endParaRPr>
                    </a:p>
                  </a:txBody>
                  <a:tcPr marL="13335" marR="13335" marT="0" marB="0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257800" algn="r"/>
                        </a:tabLst>
                      </a:pPr>
                      <a:r>
                        <a:rPr lang="en-GB" sz="1500" kern="100" dirty="0">
                          <a:effectLst/>
                          <a:latin typeface="+mn-lt"/>
                          <a:ea typeface="PMingLiU" panose="02020500000000000000" pitchFamily="18" charset="-120"/>
                        </a:rPr>
                        <a:t>0</a:t>
                      </a:r>
                    </a:p>
                  </a:txBody>
                  <a:tcPr marL="13335" marR="133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257800" algn="r"/>
                        </a:tabLst>
                      </a:pPr>
                      <a:r>
                        <a:rPr lang="en-US" sz="1500" kern="100" dirty="0">
                          <a:effectLst/>
                          <a:latin typeface="+mn-lt"/>
                        </a:rPr>
                        <a:t>1</a:t>
                      </a:r>
                      <a:endParaRPr lang="en-GB" sz="1500" kern="100" dirty="0">
                        <a:effectLst/>
                        <a:latin typeface="+mn-lt"/>
                        <a:ea typeface="PMingLiU" panose="02020500000000000000" pitchFamily="18" charset="-120"/>
                      </a:endParaRPr>
                    </a:p>
                  </a:txBody>
                  <a:tcPr marL="13335" marR="133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257800" algn="r"/>
                        </a:tabLst>
                      </a:pPr>
                      <a:r>
                        <a:rPr lang="en-US" sz="1500" kern="100" dirty="0">
                          <a:effectLst/>
                          <a:latin typeface="+mn-lt"/>
                        </a:rPr>
                        <a:t>2</a:t>
                      </a:r>
                      <a:endParaRPr lang="en-GB" sz="1500" kern="100" dirty="0">
                        <a:effectLst/>
                        <a:latin typeface="+mn-lt"/>
                        <a:ea typeface="PMingLiU" panose="02020500000000000000" pitchFamily="18" charset="-120"/>
                      </a:endParaRPr>
                    </a:p>
                  </a:txBody>
                  <a:tcPr marL="13335" marR="133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257800" algn="r"/>
                        </a:tabLst>
                      </a:pPr>
                      <a:r>
                        <a:rPr lang="en-US" sz="1500" b="1" kern="100" dirty="0">
                          <a:solidFill>
                            <a:srgbClr val="C00000"/>
                          </a:solidFill>
                          <a:effectLst/>
                          <a:latin typeface="+mn-lt"/>
                        </a:rPr>
                        <a:t>3</a:t>
                      </a:r>
                      <a:endParaRPr lang="en-GB" sz="1500" b="1" kern="100" dirty="0">
                        <a:solidFill>
                          <a:srgbClr val="C00000"/>
                        </a:solidFill>
                        <a:effectLst/>
                        <a:latin typeface="+mn-lt"/>
                        <a:ea typeface="PMingLiU" panose="02020500000000000000" pitchFamily="18" charset="-120"/>
                      </a:endParaRPr>
                    </a:p>
                  </a:txBody>
                  <a:tcPr marL="13335" marR="133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257800" algn="r"/>
                        </a:tabLst>
                      </a:pPr>
                      <a:r>
                        <a:rPr lang="en-US" sz="1500" kern="100" dirty="0">
                          <a:effectLst/>
                          <a:latin typeface="+mn-lt"/>
                        </a:rPr>
                        <a:t>4</a:t>
                      </a:r>
                      <a:endParaRPr lang="en-GB" sz="1500" kern="100" dirty="0">
                        <a:effectLst/>
                        <a:latin typeface="+mn-lt"/>
                        <a:ea typeface="PMingLiU" panose="02020500000000000000" pitchFamily="18" charset="-120"/>
                      </a:endParaRPr>
                    </a:p>
                  </a:txBody>
                  <a:tcPr marL="13335" marR="13335" marT="0" marB="0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10858422"/>
                  </a:ext>
                </a:extLst>
              </a:tr>
              <a:tr h="22103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5257800" algn="r"/>
                        </a:tabLst>
                      </a:pPr>
                      <a:r>
                        <a:rPr lang="en-US" sz="1500" kern="100" dirty="0">
                          <a:effectLst/>
                          <a:latin typeface="+mn-lt"/>
                        </a:rPr>
                        <a:t>Design 1 Cash Flow ($/year)</a:t>
                      </a:r>
                      <a:endParaRPr lang="en-GB" sz="1500" kern="100" dirty="0">
                        <a:effectLst/>
                        <a:latin typeface="+mn-lt"/>
                        <a:ea typeface="PMingLiU" panose="02020500000000000000" pitchFamily="18" charset="-120"/>
                      </a:endParaRPr>
                    </a:p>
                  </a:txBody>
                  <a:tcPr marL="13335" marR="13335" marT="0" marB="0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257800" algn="r"/>
                        </a:tabLst>
                      </a:pPr>
                      <a:r>
                        <a:rPr lang="en-GB" sz="1500" kern="100" dirty="0">
                          <a:effectLst/>
                          <a:latin typeface="+mn-lt"/>
                          <a:ea typeface="PMingLiU" panose="02020500000000000000" pitchFamily="18" charset="-120"/>
                        </a:rPr>
                        <a:t>-100,000</a:t>
                      </a:r>
                    </a:p>
                  </a:txBody>
                  <a:tcPr marL="13335" marR="133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257800" algn="r"/>
                        </a:tabLst>
                      </a:pPr>
                      <a:r>
                        <a:rPr lang="en-US" sz="1500" kern="100" dirty="0">
                          <a:effectLst/>
                          <a:latin typeface="+mn-lt"/>
                        </a:rPr>
                        <a:t>25,000</a:t>
                      </a:r>
                      <a:endParaRPr lang="en-GB" sz="1500" kern="100" dirty="0">
                        <a:effectLst/>
                        <a:latin typeface="+mn-lt"/>
                        <a:ea typeface="PMingLiU" panose="02020500000000000000" pitchFamily="18" charset="-120"/>
                      </a:endParaRPr>
                    </a:p>
                  </a:txBody>
                  <a:tcPr marL="13335" marR="133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257800" algn="r"/>
                        </a:tabLst>
                      </a:pPr>
                      <a:r>
                        <a:rPr lang="en-US" sz="1500" kern="100" dirty="0">
                          <a:effectLst/>
                          <a:latin typeface="+mn-lt"/>
                        </a:rPr>
                        <a:t>29,000</a:t>
                      </a:r>
                      <a:endParaRPr lang="en-GB" sz="1500" kern="100" dirty="0">
                        <a:effectLst/>
                        <a:latin typeface="+mn-lt"/>
                        <a:ea typeface="PMingLiU" panose="02020500000000000000" pitchFamily="18" charset="-120"/>
                      </a:endParaRPr>
                    </a:p>
                  </a:txBody>
                  <a:tcPr marL="13335" marR="133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257800" algn="r"/>
                        </a:tabLst>
                      </a:pPr>
                      <a:r>
                        <a:rPr lang="en-US" sz="1500" kern="100" dirty="0">
                          <a:effectLst/>
                          <a:latin typeface="+mn-lt"/>
                        </a:rPr>
                        <a:t>32,000</a:t>
                      </a:r>
                      <a:endParaRPr lang="en-GB" sz="1500" kern="100" dirty="0">
                        <a:effectLst/>
                        <a:latin typeface="+mn-lt"/>
                        <a:ea typeface="PMingLiU" panose="02020500000000000000" pitchFamily="18" charset="-120"/>
                      </a:endParaRPr>
                    </a:p>
                  </a:txBody>
                  <a:tcPr marL="13335" marR="133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257800" algn="r"/>
                        </a:tabLst>
                      </a:pPr>
                      <a:r>
                        <a:rPr lang="en-US" sz="1500" b="1" kern="100" dirty="0">
                          <a:solidFill>
                            <a:schemeClr val="accent1"/>
                          </a:solidFill>
                          <a:effectLst/>
                          <a:latin typeface="+mn-lt"/>
                        </a:rPr>
                        <a:t>60,000</a:t>
                      </a:r>
                      <a:endParaRPr lang="en-GB" sz="1500" b="1" kern="100" dirty="0">
                        <a:solidFill>
                          <a:schemeClr val="accent1"/>
                        </a:solidFill>
                        <a:effectLst/>
                        <a:latin typeface="+mn-lt"/>
                        <a:ea typeface="PMingLiU" panose="02020500000000000000" pitchFamily="18" charset="-120"/>
                      </a:endParaRPr>
                    </a:p>
                  </a:txBody>
                  <a:tcPr marL="13335" marR="13335" marT="0" marB="0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53394586"/>
                  </a:ext>
                </a:extLst>
              </a:tr>
            </a:tbl>
          </a:graphicData>
        </a:graphic>
      </p:graphicFrame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AF77D01E-DCFD-186E-04FE-A1578CD9E1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7034858"/>
              </p:ext>
            </p:extLst>
          </p:nvPr>
        </p:nvGraphicFramePr>
        <p:xfrm>
          <a:off x="359637" y="3577087"/>
          <a:ext cx="6444612" cy="228600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2461467">
                  <a:extLst>
                    <a:ext uri="{9D8B030D-6E8A-4147-A177-3AD203B41FA5}">
                      <a16:colId xmlns:a16="http://schemas.microsoft.com/office/drawing/2014/main" val="3931033676"/>
                    </a:ext>
                  </a:extLst>
                </a:gridCol>
                <a:gridCol w="796629">
                  <a:extLst>
                    <a:ext uri="{9D8B030D-6E8A-4147-A177-3AD203B41FA5}">
                      <a16:colId xmlns:a16="http://schemas.microsoft.com/office/drawing/2014/main" val="1557131111"/>
                    </a:ext>
                  </a:extLst>
                </a:gridCol>
                <a:gridCol w="796629">
                  <a:extLst>
                    <a:ext uri="{9D8B030D-6E8A-4147-A177-3AD203B41FA5}">
                      <a16:colId xmlns:a16="http://schemas.microsoft.com/office/drawing/2014/main" val="1021250837"/>
                    </a:ext>
                  </a:extLst>
                </a:gridCol>
                <a:gridCol w="796629">
                  <a:extLst>
                    <a:ext uri="{9D8B030D-6E8A-4147-A177-3AD203B41FA5}">
                      <a16:colId xmlns:a16="http://schemas.microsoft.com/office/drawing/2014/main" val="3707202818"/>
                    </a:ext>
                  </a:extLst>
                </a:gridCol>
                <a:gridCol w="796629">
                  <a:extLst>
                    <a:ext uri="{9D8B030D-6E8A-4147-A177-3AD203B41FA5}">
                      <a16:colId xmlns:a16="http://schemas.microsoft.com/office/drawing/2014/main" val="694329767"/>
                    </a:ext>
                  </a:extLst>
                </a:gridCol>
                <a:gridCol w="796629">
                  <a:extLst>
                    <a:ext uri="{9D8B030D-6E8A-4147-A177-3AD203B41FA5}">
                      <a16:colId xmlns:a16="http://schemas.microsoft.com/office/drawing/2014/main" val="4192354720"/>
                    </a:ext>
                  </a:extLst>
                </a:gridCol>
              </a:tblGrid>
              <a:tr h="22103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5257800" algn="r"/>
                        </a:tabLst>
                      </a:pPr>
                      <a:r>
                        <a:rPr lang="en-GB" sz="1500" kern="100" dirty="0">
                          <a:effectLst/>
                          <a:latin typeface="+mn-lt"/>
                          <a:ea typeface="PMingLiU" panose="02020500000000000000" pitchFamily="18" charset="-120"/>
                        </a:rPr>
                        <a:t>Cumulative Cash Flows</a:t>
                      </a:r>
                    </a:p>
                  </a:txBody>
                  <a:tcPr marL="13335" marR="13335" marT="0" marB="0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257800" algn="r"/>
                        </a:tabLst>
                      </a:pPr>
                      <a:r>
                        <a:rPr lang="en-GB" sz="15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PMingLiU" panose="02020500000000000000" pitchFamily="18" charset="-120"/>
                        </a:rPr>
                        <a:t>-100,000</a:t>
                      </a:r>
                    </a:p>
                  </a:txBody>
                  <a:tcPr marL="13335" marR="133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257800" algn="r"/>
                        </a:tabLst>
                      </a:pPr>
                      <a:r>
                        <a:rPr lang="en-GB" sz="15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PMingLiU" panose="02020500000000000000" pitchFamily="18" charset="-120"/>
                        </a:rPr>
                        <a:t>-75,000</a:t>
                      </a:r>
                    </a:p>
                  </a:txBody>
                  <a:tcPr marL="13335" marR="133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257800" algn="r"/>
                        </a:tabLst>
                      </a:pPr>
                      <a:r>
                        <a:rPr lang="en-GB" sz="15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PMingLiU" panose="02020500000000000000" pitchFamily="18" charset="-120"/>
                        </a:rPr>
                        <a:t>-46,000</a:t>
                      </a:r>
                    </a:p>
                  </a:txBody>
                  <a:tcPr marL="13335" marR="133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257800" algn="r"/>
                        </a:tabLst>
                      </a:pPr>
                      <a:r>
                        <a:rPr lang="en-GB" sz="1500" b="1" kern="1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PMingLiU" panose="02020500000000000000" pitchFamily="18" charset="-120"/>
                        </a:rPr>
                        <a:t>-14,000</a:t>
                      </a:r>
                    </a:p>
                  </a:txBody>
                  <a:tcPr marL="13335" marR="133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257800" algn="r"/>
                        </a:tabLst>
                      </a:pPr>
                      <a:r>
                        <a:rPr lang="en-GB" sz="15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PMingLiU" panose="02020500000000000000" pitchFamily="18" charset="-120"/>
                        </a:rPr>
                        <a:t>46,000</a:t>
                      </a:r>
                    </a:p>
                  </a:txBody>
                  <a:tcPr marL="13335" marR="13335" marT="0" marB="0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7089338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D6EAE74-425E-1C9B-8F70-A3B1D674D55D}"/>
                  </a:ext>
                </a:extLst>
              </p:cNvPr>
              <p:cNvSpPr txBox="1"/>
              <p:nvPr/>
            </p:nvSpPr>
            <p:spPr>
              <a:xfrm>
                <a:off x="359636" y="4024425"/>
                <a:ext cx="4520477" cy="7735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1350"/>
                  </a:spcBef>
                  <a:buClr>
                    <a:srgbClr val="C00000"/>
                  </a:buClr>
                  <a:buSzPct val="90000"/>
                </a:pPr>
                <a:r>
                  <a:rPr lang="en-GB" sz="1400" dirty="0">
                    <a:latin typeface="+mn-lt"/>
                    <a:ea typeface="Cambria Math" panose="02040503050406030204" pitchFamily="18" charset="0"/>
                  </a:rPr>
                  <a:t>The PP is therefore:</a:t>
                </a:r>
              </a:p>
              <a:p>
                <a:pPr>
                  <a:spcBef>
                    <a:spcPts val="1350"/>
                  </a:spcBef>
                  <a:buClr>
                    <a:srgbClr val="C00000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𝑃𝑃</m:t>
                      </m:r>
                      <m:r>
                        <a:rPr lang="en-GB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GB" sz="1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last</m:t>
                      </m:r>
                      <m:r>
                        <a:rPr lang="en-GB" sz="1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GB" sz="1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year</m:t>
                      </m:r>
                      <m:r>
                        <a:rPr lang="en-GB" sz="1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GB" sz="1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with</m:t>
                      </m:r>
                      <m:r>
                        <a:rPr lang="en-GB" sz="1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GB" sz="1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negative</m:t>
                      </m:r>
                      <m:r>
                        <a:rPr lang="en-GB" sz="1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GB" sz="1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CCF</m:t>
                      </m:r>
                      <m:r>
                        <a:rPr lang="en-GB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GB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GB" sz="1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Last</m:t>
                              </m:r>
                              <m:r>
                                <a:rPr lang="en-GB" sz="1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GB" sz="1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negative</m:t>
                              </m:r>
                              <m:r>
                                <a:rPr lang="en-GB" sz="1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GB" sz="1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CCF</m:t>
                              </m:r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en-GB" sz="1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Following</m:t>
                          </m:r>
                          <m:r>
                            <a:rPr lang="en-GB" sz="1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GB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sz="1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Year</m:t>
                              </m:r>
                            </m:e>
                            <m:sup>
                              <m:r>
                                <a:rPr lang="en-GB" sz="1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GB" sz="1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</m:t>
                          </m:r>
                          <m:r>
                            <a:rPr lang="en-GB" sz="1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GB" sz="1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CF</m:t>
                          </m:r>
                        </m:den>
                      </m:f>
                    </m:oMath>
                  </m:oMathPara>
                </a14:m>
                <a:endParaRPr lang="en-GB" sz="1400" dirty="0">
                  <a:latin typeface="+mn-lt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D6EAE74-425E-1C9B-8F70-A3B1D674D5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636" y="4024425"/>
                <a:ext cx="4520477" cy="773545"/>
              </a:xfrm>
              <a:prstGeom prst="rect">
                <a:avLst/>
              </a:prstGeom>
              <a:blipFill>
                <a:blip r:embed="rId3"/>
                <a:stretch>
                  <a:fillRect l="-404" t="-1575" b="-393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5A90865-4EDE-4B2A-C8D5-037976BE7705}"/>
                  </a:ext>
                </a:extLst>
              </p:cNvPr>
              <p:cNvSpPr txBox="1"/>
              <p:nvPr/>
            </p:nvSpPr>
            <p:spPr>
              <a:xfrm>
                <a:off x="-1050434" y="4913540"/>
                <a:ext cx="4606787" cy="5316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885950" algn="just">
                  <a:spcBef>
                    <a:spcPts val="1350"/>
                  </a:spcBef>
                  <a:buClr>
                    <a:srgbClr val="C00000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GB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</m:t>
                      </m:r>
                      <m:r>
                        <a:rPr lang="en-GB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GB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400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𝟏𝟒</m:t>
                              </m:r>
                              <m:r>
                                <a:rPr lang="en-GB" sz="1400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sz="1400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𝟎𝟎𝟎</m:t>
                              </m:r>
                            </m:e>
                          </m:d>
                        </m:num>
                        <m:den>
                          <m:r>
                            <a:rPr lang="en-GB" sz="1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𝟔𝟎</m:t>
                          </m:r>
                          <m:r>
                            <a:rPr lang="en-GB" sz="1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𝟎𝟎𝟎</m:t>
                          </m:r>
                        </m:den>
                      </m:f>
                      <m:r>
                        <a:rPr lang="en-GB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=3.23 </m:t>
                      </m:r>
                      <m:r>
                        <m:rPr>
                          <m:sty m:val="p"/>
                        </m:rPr>
                        <a:rPr lang="en-GB" sz="1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years</m:t>
                      </m:r>
                    </m:oMath>
                  </m:oMathPara>
                </a14:m>
                <a:endParaRPr lang="en-GB" sz="1400" dirty="0">
                  <a:latin typeface="+mn-lt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5A90865-4EDE-4B2A-C8D5-037976BE77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50434" y="4913540"/>
                <a:ext cx="4606787" cy="53168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Cloud 44">
            <a:extLst>
              <a:ext uri="{FF2B5EF4-FFF2-40B4-BE49-F238E27FC236}">
                <a16:creationId xmlns:a16="http://schemas.microsoft.com/office/drawing/2014/main" id="{A0B1CEA3-B269-4ACA-2DFE-59707557529F}"/>
              </a:ext>
            </a:extLst>
          </p:cNvPr>
          <p:cNvSpPr/>
          <p:nvPr/>
        </p:nvSpPr>
        <p:spPr>
          <a:xfrm>
            <a:off x="5252202" y="4138158"/>
            <a:ext cx="3414720" cy="1242416"/>
          </a:xfrm>
          <a:prstGeom prst="clou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err="1">
                <a:ea typeface="Cambria Math" panose="02040503050406030204" pitchFamily="18" charset="0"/>
              </a:rPr>
              <a:t>Shoez</a:t>
            </a:r>
            <a:r>
              <a:rPr lang="en-GB" sz="1400" dirty="0">
                <a:ea typeface="Cambria Math" panose="02040503050406030204" pitchFamily="18" charset="0"/>
              </a:rPr>
              <a:t> Co. will recover its initial investment of -$100,000 in approximately </a:t>
            </a:r>
            <a:r>
              <a:rPr lang="en-GB" sz="1400" b="1" dirty="0">
                <a:ea typeface="Cambria Math" panose="02040503050406030204" pitchFamily="18" charset="0"/>
              </a:rPr>
              <a:t>3 years and 3 months.</a:t>
            </a:r>
            <a:endParaRPr lang="en-GB" sz="1400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9301C74-41EC-ADC1-DAFD-3C37616E8590}"/>
              </a:ext>
            </a:extLst>
          </p:cNvPr>
          <p:cNvCxnSpPr>
            <a:cxnSpLocks/>
          </p:cNvCxnSpPr>
          <p:nvPr/>
        </p:nvCxnSpPr>
        <p:spPr>
          <a:xfrm flipH="1">
            <a:off x="2555776" y="3212976"/>
            <a:ext cx="2952328" cy="12241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99507B2-37D8-BA54-9B53-85ACC741D22C}"/>
              </a:ext>
            </a:extLst>
          </p:cNvPr>
          <p:cNvCxnSpPr>
            <a:cxnSpLocks/>
          </p:cNvCxnSpPr>
          <p:nvPr/>
        </p:nvCxnSpPr>
        <p:spPr>
          <a:xfrm flipH="1">
            <a:off x="4572000" y="3805687"/>
            <a:ext cx="1015649" cy="4874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9E29FE1-C688-DA0E-C904-2116410F2F60}"/>
              </a:ext>
            </a:extLst>
          </p:cNvPr>
          <p:cNvCxnSpPr>
            <a:cxnSpLocks/>
          </p:cNvCxnSpPr>
          <p:nvPr/>
        </p:nvCxnSpPr>
        <p:spPr>
          <a:xfrm flipH="1">
            <a:off x="4788024" y="3559156"/>
            <a:ext cx="1368152" cy="10939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1200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4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2" grpId="0"/>
      <p:bldP spid="44" grpId="0"/>
      <p:bldP spid="4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966888"/>
            <a:ext cx="7886700" cy="634117"/>
          </a:xfrm>
        </p:spPr>
        <p:txBody>
          <a:bodyPr>
            <a:normAutofit/>
          </a:bodyPr>
          <a:lstStyle/>
          <a:p>
            <a:r>
              <a:rPr lang="en-GB" dirty="0"/>
              <a:t>Capital Budgeting – Payback Period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1704974"/>
            <a:ext cx="8191500" cy="800717"/>
          </a:xfrm>
        </p:spPr>
        <p:txBody>
          <a:bodyPr>
            <a:normAutofit/>
          </a:bodyPr>
          <a:lstStyle/>
          <a:p>
            <a:pPr marL="0" indent="0">
              <a:spcBef>
                <a:spcPts val="450"/>
              </a:spcBef>
              <a:spcAft>
                <a:spcPts val="450"/>
              </a:spcAft>
              <a:buClr>
                <a:srgbClr val="C00000"/>
              </a:buClr>
              <a:buSzPct val="90000"/>
              <a:buNone/>
            </a:pPr>
            <a:r>
              <a:rPr lang="en-GB" sz="1500" dirty="0">
                <a:solidFill>
                  <a:srgbClr val="C00000"/>
                </a:solidFill>
                <a:ea typeface="Cambria Math" panose="02040503050406030204" pitchFamily="18" charset="0"/>
              </a:rPr>
              <a:t>Design 2:</a:t>
            </a:r>
            <a:r>
              <a:rPr lang="en-GB" sz="1500" dirty="0">
                <a:ea typeface="Cambria Math" panose="02040503050406030204" pitchFamily="18" charset="0"/>
              </a:rPr>
              <a:t> There is an initial cost of $100,000 and a salvage value of $50,000 after four years. The net cash flows from Design 2 are below. What is this project’s PP? Which project should </a:t>
            </a:r>
            <a:r>
              <a:rPr lang="en-GB" sz="1500" dirty="0" err="1">
                <a:ea typeface="Cambria Math" panose="02040503050406030204" pitchFamily="18" charset="0"/>
              </a:rPr>
              <a:t>Shoez</a:t>
            </a:r>
            <a:r>
              <a:rPr lang="en-GB" sz="1500" dirty="0">
                <a:ea typeface="Cambria Math" panose="02040503050406030204" pitchFamily="18" charset="0"/>
              </a:rPr>
              <a:t> Co. choose?</a:t>
            </a:r>
          </a:p>
          <a:p>
            <a:pPr marL="0" indent="0">
              <a:spcBef>
                <a:spcPts val="450"/>
              </a:spcBef>
              <a:spcAft>
                <a:spcPts val="450"/>
              </a:spcAft>
              <a:buClr>
                <a:srgbClr val="C00000"/>
              </a:buClr>
              <a:buSzPct val="90000"/>
              <a:buNone/>
            </a:pPr>
            <a:endParaRPr lang="en-GB" sz="1500" dirty="0">
              <a:ea typeface="Cambria Math" panose="02040503050406030204" pitchFamily="18" charset="0"/>
            </a:endParaRPr>
          </a:p>
          <a:p>
            <a:pPr marL="0" indent="0">
              <a:spcBef>
                <a:spcPts val="1350"/>
              </a:spcBef>
              <a:buClr>
                <a:srgbClr val="C00000"/>
              </a:buClr>
              <a:buSzPct val="90000"/>
              <a:buNone/>
            </a:pPr>
            <a:endParaRPr lang="en-GB" sz="1500" dirty="0">
              <a:ea typeface="Cambria Math" panose="02040503050406030204" pitchFamily="18" charset="0"/>
            </a:endParaRPr>
          </a:p>
          <a:p>
            <a:pPr marL="0" indent="0">
              <a:spcBef>
                <a:spcPts val="1350"/>
              </a:spcBef>
              <a:buClr>
                <a:srgbClr val="C00000"/>
              </a:buClr>
              <a:buSzPct val="90000"/>
              <a:buNone/>
            </a:pPr>
            <a:endParaRPr lang="en-GB" sz="1500" dirty="0">
              <a:ea typeface="Cambria Math" panose="020405030504060302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48754" y="5710698"/>
            <a:ext cx="679467" cy="405323"/>
          </a:xfrm>
          <a:ln w="12700"/>
        </p:spPr>
        <p:txBody>
          <a:bodyPr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0F99C4FB-888A-4D12-A1C4-C744D94026CD}" type="slidenum">
              <a:rPr lang="en-GB" sz="135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/>
                <a:ea typeface="+mn-ea"/>
              </a:rPr>
              <a:pPr algn="ctr"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15</a:t>
            </a:fld>
            <a:endParaRPr lang="en-GB" sz="1350" dirty="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/>
              <a:ea typeface="+mn-ea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CBF1B07-5925-4C6C-8EF4-E690F7C53D12}"/>
              </a:ext>
            </a:extLst>
          </p:cNvPr>
          <p:cNvGraphicFramePr>
            <a:graphicFrameLocks noGrp="1"/>
          </p:cNvGraphicFramePr>
          <p:nvPr/>
        </p:nvGraphicFramePr>
        <p:xfrm>
          <a:off x="414213" y="2505691"/>
          <a:ext cx="7591676" cy="457200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3071208">
                  <a:extLst>
                    <a:ext uri="{9D8B030D-6E8A-4147-A177-3AD203B41FA5}">
                      <a16:colId xmlns:a16="http://schemas.microsoft.com/office/drawing/2014/main" val="3067677609"/>
                    </a:ext>
                  </a:extLst>
                </a:gridCol>
                <a:gridCol w="1130117">
                  <a:extLst>
                    <a:ext uri="{9D8B030D-6E8A-4147-A177-3AD203B41FA5}">
                      <a16:colId xmlns:a16="http://schemas.microsoft.com/office/drawing/2014/main" val="1143181142"/>
                    </a:ext>
                  </a:extLst>
                </a:gridCol>
                <a:gridCol w="1130117">
                  <a:extLst>
                    <a:ext uri="{9D8B030D-6E8A-4147-A177-3AD203B41FA5}">
                      <a16:colId xmlns:a16="http://schemas.microsoft.com/office/drawing/2014/main" val="4054193596"/>
                    </a:ext>
                  </a:extLst>
                </a:gridCol>
                <a:gridCol w="1130117">
                  <a:extLst>
                    <a:ext uri="{9D8B030D-6E8A-4147-A177-3AD203B41FA5}">
                      <a16:colId xmlns:a16="http://schemas.microsoft.com/office/drawing/2014/main" val="1726831881"/>
                    </a:ext>
                  </a:extLst>
                </a:gridCol>
                <a:gridCol w="1130117">
                  <a:extLst>
                    <a:ext uri="{9D8B030D-6E8A-4147-A177-3AD203B41FA5}">
                      <a16:colId xmlns:a16="http://schemas.microsoft.com/office/drawing/2014/main" val="1724309414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5257800" algn="r"/>
                        </a:tabLst>
                      </a:pPr>
                      <a:r>
                        <a:rPr lang="en-US" sz="1500" kern="100" dirty="0">
                          <a:effectLst/>
                        </a:rPr>
                        <a:t>Year</a:t>
                      </a:r>
                      <a:endParaRPr lang="en-GB" sz="1500" kern="100" dirty="0"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marL="13335" marR="13335" marT="0" marB="0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257800" algn="r"/>
                        </a:tabLst>
                      </a:pPr>
                      <a:r>
                        <a:rPr lang="en-US" sz="1500" kern="100" dirty="0">
                          <a:effectLst/>
                        </a:rPr>
                        <a:t>1</a:t>
                      </a:r>
                      <a:endParaRPr lang="en-GB" sz="1500" kern="100" dirty="0"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marL="13335" marR="133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257800" algn="r"/>
                        </a:tabLst>
                      </a:pPr>
                      <a:r>
                        <a:rPr lang="en-US" sz="1500" kern="100">
                          <a:effectLst/>
                        </a:rPr>
                        <a:t>2</a:t>
                      </a:r>
                      <a:endParaRPr lang="en-GB" sz="1500" kern="100"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marL="13335" marR="133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257800" algn="r"/>
                        </a:tabLst>
                      </a:pPr>
                      <a:r>
                        <a:rPr lang="en-US" sz="1500" kern="100" dirty="0">
                          <a:effectLst/>
                        </a:rPr>
                        <a:t>3</a:t>
                      </a:r>
                      <a:endParaRPr lang="en-GB" sz="1500" kern="100" dirty="0"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marL="13335" marR="133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257800" algn="r"/>
                        </a:tabLst>
                      </a:pPr>
                      <a:r>
                        <a:rPr lang="en-US" sz="1500" kern="100" dirty="0">
                          <a:effectLst/>
                        </a:rPr>
                        <a:t>4</a:t>
                      </a:r>
                      <a:endParaRPr lang="en-GB" sz="1500" kern="100" dirty="0"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marL="13335" marR="13335" marT="0" marB="0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88550926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5257800" algn="r"/>
                        </a:tabLst>
                      </a:pPr>
                      <a:r>
                        <a:rPr lang="en-US" sz="1500" kern="100" dirty="0">
                          <a:effectLst/>
                        </a:rPr>
                        <a:t>Design 2 ($/year)</a:t>
                      </a:r>
                      <a:endParaRPr lang="en-GB" sz="1500" kern="100" dirty="0"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marL="13335" marR="13335" marT="0" marB="0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257800" algn="r"/>
                        </a:tabLst>
                      </a:pPr>
                      <a:r>
                        <a:rPr lang="en-US" sz="1500" kern="100">
                          <a:effectLst/>
                        </a:rPr>
                        <a:t>15,000</a:t>
                      </a:r>
                      <a:endParaRPr lang="en-GB" sz="1500" kern="100"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marL="13335" marR="133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257800" algn="r"/>
                        </a:tabLst>
                      </a:pPr>
                      <a:r>
                        <a:rPr lang="en-US" sz="1500" kern="100">
                          <a:effectLst/>
                        </a:rPr>
                        <a:t>20,000</a:t>
                      </a:r>
                      <a:endParaRPr lang="en-GB" sz="1500" kern="100"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marL="13335" marR="133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257800" algn="r"/>
                        </a:tabLst>
                      </a:pPr>
                      <a:r>
                        <a:rPr lang="en-US" sz="1500" kern="100" dirty="0">
                          <a:effectLst/>
                        </a:rPr>
                        <a:t>25,000</a:t>
                      </a:r>
                      <a:endParaRPr lang="en-GB" sz="1500" kern="100" dirty="0"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marL="13335" marR="133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257800" algn="r"/>
                        </a:tabLst>
                      </a:pPr>
                      <a:r>
                        <a:rPr lang="en-US" sz="1500" kern="100" dirty="0">
                          <a:effectLst/>
                        </a:rPr>
                        <a:t>18,000 </a:t>
                      </a:r>
                      <a:endParaRPr lang="en-GB" sz="1500" kern="100" dirty="0"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</a:endParaRPr>
                    </a:p>
                  </a:txBody>
                  <a:tcPr marL="13335" marR="13335" marT="0" marB="0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41847335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CF84DE9-4007-8E45-8536-C09467138D22}"/>
              </a:ext>
            </a:extLst>
          </p:cNvPr>
          <p:cNvSpPr txBox="1"/>
          <p:nvPr/>
        </p:nvSpPr>
        <p:spPr>
          <a:xfrm>
            <a:off x="414213" y="3508337"/>
            <a:ext cx="45204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350"/>
              </a:spcBef>
              <a:buClr>
                <a:srgbClr val="C00000"/>
              </a:buClr>
              <a:buSzPct val="90000"/>
            </a:pPr>
            <a:r>
              <a:rPr lang="en-GB" sz="1400" dirty="0">
                <a:latin typeface="+mn-lt"/>
                <a:ea typeface="Cambria Math" panose="02040503050406030204" pitchFamily="18" charset="0"/>
              </a:rPr>
              <a:t>The PP is 3.59 years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80F922-4CAD-AF86-CD0F-BA8091178F46}"/>
              </a:ext>
            </a:extLst>
          </p:cNvPr>
          <p:cNvSpPr txBox="1"/>
          <p:nvPr/>
        </p:nvSpPr>
        <p:spPr>
          <a:xfrm>
            <a:off x="395536" y="4201343"/>
            <a:ext cx="7920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350"/>
              </a:spcBef>
              <a:buClr>
                <a:srgbClr val="C00000"/>
              </a:buClr>
              <a:buSzPct val="90000"/>
            </a:pPr>
            <a:r>
              <a:rPr lang="en-GB" b="1" dirty="0">
                <a:latin typeface="+mn-lt"/>
                <a:ea typeface="Cambria Math" panose="02040503050406030204" pitchFamily="18" charset="0"/>
              </a:rPr>
              <a:t>So which project should be accept? Show we accept, 1 or 2 , both or neither?! </a:t>
            </a:r>
          </a:p>
        </p:txBody>
      </p:sp>
    </p:spTree>
    <p:extLst>
      <p:ext uri="{BB962C8B-B14F-4D97-AF65-F5344CB8AC3E}">
        <p14:creationId xmlns:p14="http://schemas.microsoft.com/office/powerpoint/2010/main" val="1218991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966888"/>
            <a:ext cx="7886700" cy="634117"/>
          </a:xfrm>
        </p:spPr>
        <p:txBody>
          <a:bodyPr>
            <a:normAutofit/>
          </a:bodyPr>
          <a:lstStyle/>
          <a:p>
            <a:r>
              <a:rPr lang="en-GB" dirty="0"/>
              <a:t>Capital Budgeting – Payback Period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1704974"/>
            <a:ext cx="8591550" cy="2322624"/>
          </a:xfrm>
        </p:spPr>
        <p:txBody>
          <a:bodyPr>
            <a:normAutofit fontScale="77500" lnSpcReduction="20000"/>
          </a:bodyPr>
          <a:lstStyle/>
          <a:p>
            <a:pPr marL="0" indent="0">
              <a:buClr>
                <a:srgbClr val="C00000"/>
              </a:buClr>
              <a:buSzPct val="90000"/>
              <a:buNone/>
            </a:pPr>
            <a:r>
              <a:rPr lang="en-GB" sz="2100" dirty="0"/>
              <a:t>The PP is seldom used as the only decision-making criterion, but it is commonly used because it is:</a:t>
            </a:r>
          </a:p>
          <a:p>
            <a:pPr indent="-246460">
              <a:spcAft>
                <a:spcPts val="450"/>
              </a:spcAft>
              <a:buClr>
                <a:srgbClr val="C00000"/>
              </a:buClr>
              <a:buSzPct val="90000"/>
              <a:buBlip>
                <a:blip r:embed="rId3">
                  <a:extLst>
                    <a:ext uri="{837473B0-CC2E-450A-ABE3-18F120FF3D39}">
                      <a1611:picAttrSrcUrl xmlns:a1611="http://schemas.microsoft.com/office/drawing/2016/11/main" r:id="rId4"/>
                    </a:ext>
                  </a:extLst>
                </a:blip>
              </a:buBlip>
            </a:pPr>
            <a:r>
              <a:rPr lang="en-GB" sz="2100" dirty="0">
                <a:ea typeface="Cambria Math" panose="02040503050406030204" pitchFamily="18" charset="0"/>
              </a:rPr>
              <a:t>Quick to calculate.</a:t>
            </a:r>
          </a:p>
          <a:p>
            <a:pPr indent="-246460">
              <a:spcAft>
                <a:spcPts val="450"/>
              </a:spcAft>
              <a:buClr>
                <a:srgbClr val="C00000"/>
              </a:buClr>
              <a:buSzPct val="90000"/>
              <a:buBlip>
                <a:blip r:embed="rId3">
                  <a:extLst>
                    <a:ext uri="{837473B0-CC2E-450A-ABE3-18F120FF3D39}">
                      <a1611:picAttrSrcUrl xmlns:a1611="http://schemas.microsoft.com/office/drawing/2016/11/main" r:id="rId4"/>
                    </a:ext>
                  </a:extLst>
                </a:blip>
              </a:buBlip>
            </a:pPr>
            <a:r>
              <a:rPr lang="en-GB" sz="2100" dirty="0">
                <a:ea typeface="Cambria Math" panose="02040503050406030204" pitchFamily="18" charset="0"/>
              </a:rPr>
              <a:t>Easy to understand and communicate.</a:t>
            </a:r>
          </a:p>
          <a:p>
            <a:pPr indent="-246460">
              <a:spcAft>
                <a:spcPts val="450"/>
              </a:spcAft>
              <a:buClr>
                <a:srgbClr val="C00000"/>
              </a:buClr>
              <a:buSzPct val="90000"/>
              <a:buBlip>
                <a:blip r:embed="rId3">
                  <a:extLst>
                    <a:ext uri="{837473B0-CC2E-450A-ABE3-18F120FF3D39}">
                      <a1611:picAttrSrcUrl xmlns:a1611="http://schemas.microsoft.com/office/drawing/2016/11/main" r:id="rId4"/>
                    </a:ext>
                  </a:extLst>
                </a:blip>
              </a:buBlip>
            </a:pPr>
            <a:r>
              <a:rPr lang="en-GB" sz="2100" dirty="0">
                <a:ea typeface="Cambria Math" panose="02040503050406030204" pitchFamily="18" charset="0"/>
              </a:rPr>
              <a:t>Provides indication of project’s risk</a:t>
            </a:r>
          </a:p>
          <a:p>
            <a:pPr indent="-246460">
              <a:spcAft>
                <a:spcPts val="450"/>
              </a:spcAft>
              <a:buClr>
                <a:srgbClr val="C00000"/>
              </a:buClr>
              <a:buSzPct val="90000"/>
              <a:buBlip>
                <a:blip r:embed="rId3">
                  <a:extLst>
                    <a:ext uri="{837473B0-CC2E-450A-ABE3-18F120FF3D39}">
                      <a1611:picAttrSrcUrl xmlns:a1611="http://schemas.microsoft.com/office/drawing/2016/11/main" r:id="rId4"/>
                    </a:ext>
                  </a:extLst>
                </a:blip>
              </a:buBlip>
            </a:pPr>
            <a:r>
              <a:rPr lang="en-GB" sz="2100" dirty="0">
                <a:ea typeface="Cambria Math" panose="02040503050406030204" pitchFamily="18" charset="0"/>
              </a:rPr>
              <a:t>Favours low risk projects</a:t>
            </a:r>
          </a:p>
          <a:p>
            <a:pPr indent="-246460">
              <a:spcAft>
                <a:spcPts val="450"/>
              </a:spcAft>
              <a:buClr>
                <a:srgbClr val="C00000"/>
              </a:buClr>
              <a:buSzPct val="90000"/>
              <a:buBlip>
                <a:blip r:embed="rId3">
                  <a:extLst>
                    <a:ext uri="{837473B0-CC2E-450A-ABE3-18F120FF3D39}">
                      <a1611:picAttrSrcUrl xmlns:a1611="http://schemas.microsoft.com/office/drawing/2016/11/main" r:id="rId4"/>
                    </a:ext>
                  </a:extLst>
                </a:blip>
              </a:buBlip>
            </a:pPr>
            <a:r>
              <a:rPr lang="en-GB" sz="2100" dirty="0">
                <a:ea typeface="Cambria Math" panose="02040503050406030204" pitchFamily="18" charset="0"/>
              </a:rPr>
              <a:t>Biased towards liquidity – favours projects which free up cash quickly.</a:t>
            </a:r>
          </a:p>
          <a:p>
            <a:pPr indent="-246460">
              <a:spcAft>
                <a:spcPts val="450"/>
              </a:spcAft>
              <a:buClr>
                <a:srgbClr val="C00000"/>
              </a:buClr>
              <a:buSzPct val="90000"/>
              <a:buBlip>
                <a:blip r:embed="rId3">
                  <a:extLst>
                    <a:ext uri="{837473B0-CC2E-450A-ABE3-18F120FF3D39}">
                      <a1611:picAttrSrcUrl xmlns:a1611="http://schemas.microsoft.com/office/drawing/2016/11/main" r:id="rId4"/>
                    </a:ext>
                  </a:extLst>
                </a:blip>
              </a:buBlip>
            </a:pPr>
            <a:r>
              <a:rPr lang="en-GB" sz="2100" dirty="0">
                <a:solidFill>
                  <a:prstClr val="black"/>
                </a:solidFill>
              </a:rPr>
              <a:t>Suitable where funds are tight</a:t>
            </a:r>
          </a:p>
          <a:p>
            <a:pPr marL="207565" indent="0">
              <a:spcAft>
                <a:spcPts val="450"/>
              </a:spcAft>
              <a:buClr>
                <a:srgbClr val="C00000"/>
              </a:buClr>
              <a:buSzPct val="90000"/>
              <a:buNone/>
            </a:pPr>
            <a:endParaRPr lang="en-GB" sz="1600" dirty="0">
              <a:ea typeface="Cambria Math" panose="02040503050406030204" pitchFamily="18" charset="0"/>
            </a:endParaRPr>
          </a:p>
          <a:p>
            <a:pPr marL="342900" lvl="1" indent="0">
              <a:buClr>
                <a:srgbClr val="C00000"/>
              </a:buClr>
              <a:buSzPct val="90000"/>
              <a:buNone/>
            </a:pPr>
            <a:endParaRPr lang="en-GB" sz="1600" dirty="0">
              <a:ea typeface="Cambria Math" panose="020405030504060302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48754" y="5710698"/>
            <a:ext cx="679467" cy="405323"/>
          </a:xfrm>
          <a:ln w="12700"/>
        </p:spPr>
        <p:txBody>
          <a:bodyPr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0F99C4FB-888A-4D12-A1C4-C744D94026CD}" type="slidenum">
              <a:rPr lang="en-GB" sz="1600">
                <a:solidFill>
                  <a:prstClr val="black">
                    <a:lumMod val="50000"/>
                    <a:lumOff val="50000"/>
                  </a:prstClr>
                </a:solidFill>
                <a:latin typeface="+mn-lt"/>
                <a:ea typeface="+mn-ea"/>
              </a:rPr>
              <a:pPr algn="ctr"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16</a:t>
            </a:fld>
            <a:endParaRPr lang="en-GB" sz="1600" dirty="0">
              <a:solidFill>
                <a:prstClr val="black">
                  <a:lumMod val="50000"/>
                  <a:lumOff val="50000"/>
                </a:prstClr>
              </a:solidFill>
              <a:latin typeface="+mn-lt"/>
              <a:ea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96E789-0772-7C9B-230C-AD014F988AB5}"/>
              </a:ext>
            </a:extLst>
          </p:cNvPr>
          <p:cNvSpPr txBox="1"/>
          <p:nvPr/>
        </p:nvSpPr>
        <p:spPr>
          <a:xfrm>
            <a:off x="266700" y="4027598"/>
            <a:ext cx="7346674" cy="1777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indent="0">
              <a:buClr>
                <a:srgbClr val="C00000"/>
              </a:buClr>
              <a:buSzPct val="90000"/>
            </a:pPr>
            <a:r>
              <a:rPr lang="en-GB" sz="1600" dirty="0">
                <a:latin typeface="+mn-lt"/>
                <a:ea typeface="Cambria Math" panose="02040503050406030204" pitchFamily="18" charset="0"/>
              </a:rPr>
              <a:t>However, it:</a:t>
            </a:r>
          </a:p>
          <a:p>
            <a:pPr marL="536972" lvl="1" indent="-257175">
              <a:lnSpc>
                <a:spcPct val="150000"/>
              </a:lnSpc>
              <a:buClr>
                <a:srgbClr val="C00000"/>
              </a:buClr>
              <a:buSzPct val="90000"/>
              <a:buBlip>
                <a:blip r:embed="rId5">
                  <a:extLst>
                    <a:ext uri="{837473B0-CC2E-450A-ABE3-18F120FF3D39}">
                      <a1611:picAttrSrcUrl xmlns:a1611="http://schemas.microsoft.com/office/drawing/2016/11/main" r:id="rId6"/>
                    </a:ext>
                  </a:extLst>
                </a:blip>
              </a:buBlip>
            </a:pPr>
            <a:r>
              <a:rPr lang="en-GB" sz="1600" dirty="0">
                <a:latin typeface="+mn-lt"/>
                <a:ea typeface="Cambria Math" panose="02040503050406030204" pitchFamily="18" charset="0"/>
              </a:rPr>
              <a:t>Ignores time value of money.</a:t>
            </a:r>
          </a:p>
          <a:p>
            <a:pPr marL="536972" lvl="1" indent="-257175">
              <a:lnSpc>
                <a:spcPct val="150000"/>
              </a:lnSpc>
              <a:buClr>
                <a:srgbClr val="C00000"/>
              </a:buClr>
              <a:buSzPct val="90000"/>
              <a:buBlip>
                <a:blip r:embed="rId5">
                  <a:extLst>
                    <a:ext uri="{837473B0-CC2E-450A-ABE3-18F120FF3D39}">
                      <a1611:picAttrSrcUrl xmlns:a1611="http://schemas.microsoft.com/office/drawing/2016/11/main" r:id="rId6"/>
                    </a:ext>
                  </a:extLst>
                </a:blip>
              </a:buBlip>
            </a:pPr>
            <a:r>
              <a:rPr lang="en-GB" sz="1600" dirty="0">
                <a:latin typeface="+mn-lt"/>
                <a:ea typeface="Cambria Math" panose="02040503050406030204" pitchFamily="18" charset="0"/>
              </a:rPr>
              <a:t>Requires an arbitrary benchmark.</a:t>
            </a:r>
          </a:p>
          <a:p>
            <a:pPr marL="536972" lvl="1" indent="-257175">
              <a:lnSpc>
                <a:spcPct val="150000"/>
              </a:lnSpc>
              <a:buClr>
                <a:srgbClr val="C00000"/>
              </a:buClr>
              <a:buSzPct val="90000"/>
              <a:buBlip>
                <a:blip r:embed="rId5">
                  <a:extLst>
                    <a:ext uri="{837473B0-CC2E-450A-ABE3-18F120FF3D39}">
                      <a1611:picAttrSrcUrl xmlns:a1611="http://schemas.microsoft.com/office/drawing/2016/11/main" r:id="rId6"/>
                    </a:ext>
                  </a:extLst>
                </a:blip>
              </a:buBlip>
            </a:pPr>
            <a:r>
              <a:rPr lang="en-GB" sz="1600" dirty="0">
                <a:latin typeface="+mn-lt"/>
                <a:ea typeface="Cambria Math" panose="02040503050406030204" pitchFamily="18" charset="0"/>
              </a:rPr>
              <a:t>Ignores all cash flows after the cut-off year.</a:t>
            </a:r>
          </a:p>
          <a:p>
            <a:pPr marL="536972" lvl="1" indent="-257175">
              <a:lnSpc>
                <a:spcPct val="150000"/>
              </a:lnSpc>
              <a:buClr>
                <a:srgbClr val="C00000"/>
              </a:buClr>
              <a:buSzPct val="90000"/>
              <a:buBlip>
                <a:blip r:embed="rId5">
                  <a:extLst>
                    <a:ext uri="{837473B0-CC2E-450A-ABE3-18F120FF3D39}">
                      <a1611:picAttrSrcUrl xmlns:a1611="http://schemas.microsoft.com/office/drawing/2016/11/main" r:id="rId6"/>
                    </a:ext>
                  </a:extLst>
                </a:blip>
              </a:buBlip>
            </a:pPr>
            <a:r>
              <a:rPr lang="en-GB" sz="1600" dirty="0">
                <a:latin typeface="+mn-lt"/>
                <a:ea typeface="Cambria Math" panose="02040503050406030204" pitchFamily="18" charset="0"/>
              </a:rPr>
              <a:t>Biased against long-term projects (R&amp;D, New technologies).</a:t>
            </a:r>
          </a:p>
        </p:txBody>
      </p:sp>
    </p:spTree>
    <p:extLst>
      <p:ext uri="{BB962C8B-B14F-4D97-AF65-F5344CB8AC3E}">
        <p14:creationId xmlns:p14="http://schemas.microsoft.com/office/powerpoint/2010/main" val="16115377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467544" y="1196752"/>
            <a:ext cx="6986535" cy="507703"/>
          </a:xfrm>
        </p:spPr>
        <p:txBody>
          <a:bodyPr/>
          <a:lstStyle/>
          <a:p>
            <a:r>
              <a:rPr lang="en-GB" sz="2700" dirty="0">
                <a:solidFill>
                  <a:srgbClr val="1A9DAC"/>
                </a:solidFill>
                <a:latin typeface="+mj-lt"/>
                <a:ea typeface="ＭＳ Ｐゴシック" charset="0"/>
              </a:rPr>
              <a:t>Accounting Rate of Return (ARR)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292290" y="2122037"/>
            <a:ext cx="8157054" cy="3743859"/>
          </a:xfrm>
        </p:spPr>
        <p:txBody>
          <a:bodyPr/>
          <a:lstStyle/>
          <a:p>
            <a:pPr marL="0" indent="0">
              <a:buClrTx/>
              <a:buNone/>
            </a:pPr>
            <a:r>
              <a:rPr lang="en-GB" sz="2743" b="1" dirty="0">
                <a:solidFill>
                  <a:prstClr val="black"/>
                </a:solidFill>
                <a:latin typeface="Calibri"/>
                <a:ea typeface="ＭＳ Ｐゴシック" charset="0"/>
              </a:rPr>
              <a:t>Definition: </a:t>
            </a:r>
          </a:p>
          <a:p>
            <a:pPr marL="0" indent="0">
              <a:buClrTx/>
              <a:buNone/>
            </a:pPr>
            <a:r>
              <a:rPr lang="en-GB" sz="2743" dirty="0">
                <a:solidFill>
                  <a:prstClr val="black"/>
                </a:solidFill>
                <a:latin typeface="Calibri"/>
                <a:ea typeface="ＭＳ Ｐゴシック" charset="0"/>
              </a:rPr>
              <a:t>Average annual profit as a percentage of average investment over the life of the project</a:t>
            </a:r>
          </a:p>
          <a:p>
            <a:pPr marL="0" indent="0">
              <a:buClrTx/>
              <a:buNone/>
            </a:pPr>
            <a:endParaRPr lang="en-GB" sz="2743" b="1" dirty="0">
              <a:solidFill>
                <a:srgbClr val="000099"/>
              </a:solidFill>
              <a:latin typeface="Calibri"/>
              <a:ea typeface="ＭＳ Ｐゴシック" charset="0"/>
            </a:endParaRPr>
          </a:p>
          <a:p>
            <a:pPr marL="0" indent="0">
              <a:buClrTx/>
              <a:buNone/>
            </a:pPr>
            <a:r>
              <a:rPr lang="en-GB" sz="2743" b="1" dirty="0">
                <a:solidFill>
                  <a:srgbClr val="000099"/>
                </a:solidFill>
                <a:latin typeface="Calibri"/>
                <a:ea typeface="ＭＳ Ｐゴシック" charset="0"/>
              </a:rPr>
              <a:t>Decision rule: </a:t>
            </a:r>
          </a:p>
          <a:p>
            <a:pPr marL="0" indent="0">
              <a:buClrTx/>
              <a:buNone/>
            </a:pPr>
            <a:r>
              <a:rPr lang="en-GB" sz="2743" dirty="0">
                <a:solidFill>
                  <a:srgbClr val="000099"/>
                </a:solidFill>
                <a:latin typeface="Calibri"/>
                <a:ea typeface="ＭＳ Ｐゴシック" charset="0"/>
              </a:rPr>
              <a:t>Accept if </a:t>
            </a:r>
            <a:r>
              <a:rPr lang="en-GB" sz="2743" i="1" dirty="0">
                <a:solidFill>
                  <a:srgbClr val="000099"/>
                </a:solidFill>
                <a:latin typeface="Calibri"/>
                <a:ea typeface="ＭＳ Ｐゴシック" charset="0"/>
              </a:rPr>
              <a:t>greater </a:t>
            </a:r>
            <a:r>
              <a:rPr lang="en-GB" sz="2743" dirty="0">
                <a:solidFill>
                  <a:srgbClr val="000099"/>
                </a:solidFill>
                <a:latin typeface="Calibri"/>
                <a:ea typeface="ＭＳ Ｐゴシック" charset="0"/>
              </a:rPr>
              <a:t>than the target set by the business </a:t>
            </a:r>
          </a:p>
          <a:p>
            <a:pPr marL="0" indent="0">
              <a:buClrTx/>
              <a:buNone/>
            </a:pPr>
            <a:r>
              <a:rPr lang="en-GB" sz="2743" dirty="0">
                <a:solidFill>
                  <a:srgbClr val="000099"/>
                </a:solidFill>
                <a:latin typeface="Calibri"/>
                <a:ea typeface="ＭＳ Ｐゴシック" charset="0"/>
              </a:rPr>
              <a:t>e.g. 10%</a:t>
            </a:r>
          </a:p>
          <a:p>
            <a:pPr marL="0" indent="0">
              <a:buNone/>
            </a:pPr>
            <a:endParaRPr lang="en-GB" sz="1829" dirty="0"/>
          </a:p>
        </p:txBody>
      </p:sp>
    </p:spTree>
    <p:extLst>
      <p:ext uri="{BB962C8B-B14F-4D97-AF65-F5344CB8AC3E}">
        <p14:creationId xmlns:p14="http://schemas.microsoft.com/office/powerpoint/2010/main" val="2326895465"/>
      </p:ext>
    </p:extLst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292290" y="941648"/>
            <a:ext cx="6986535" cy="507703"/>
          </a:xfrm>
        </p:spPr>
        <p:txBody>
          <a:bodyPr/>
          <a:lstStyle/>
          <a:p>
            <a:r>
              <a:rPr lang="en-GB" sz="2700" dirty="0">
                <a:solidFill>
                  <a:srgbClr val="1A9DAC"/>
                </a:solidFill>
                <a:latin typeface="+mj-lt"/>
                <a:ea typeface="ＭＳ Ｐゴシック" charset="0"/>
              </a:rPr>
              <a:t>Accounting Rate of Return (ARR)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 txBox="1">
                <a:spLocks noChangeArrowheads="1"/>
              </p:cNvSpPr>
              <p:nvPr/>
            </p:nvSpPr>
            <p:spPr>
              <a:xfrm>
                <a:off x="466915" y="1892694"/>
                <a:ext cx="7901003" cy="1316833"/>
              </a:xfrm>
              <a:prstGeom prst="rect">
                <a:avLst/>
              </a:prstGeom>
              <a:ln w="44450">
                <a:solidFill>
                  <a:srgbClr val="C00000"/>
                </a:solidFill>
              </a:ln>
            </p:spPr>
            <p:txBody>
              <a:bodyPr/>
              <a:lstStyle>
                <a:lvl1pPr marL="800100" indent="-800100" algn="l" defTabSz="1069975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•"/>
                  <a:defRPr sz="7400" kern="1200">
                    <a:solidFill>
                      <a:schemeClr val="tx1"/>
                    </a:solidFill>
                    <a:latin typeface="+mn-lt"/>
                    <a:ea typeface="ＭＳ Ｐゴシック" charset="0"/>
                    <a:cs typeface="ＭＳ Ｐゴシック" charset="0"/>
                  </a:defRPr>
                </a:lvl1pPr>
                <a:lvl2pPr marL="1741488" indent="-665163" algn="l" defTabSz="1069975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–"/>
                  <a:defRPr sz="6500" kern="1200">
                    <a:solidFill>
                      <a:schemeClr val="tx1"/>
                    </a:solidFill>
                    <a:latin typeface="+mn-lt"/>
                    <a:ea typeface="ＭＳ Ｐゴシック" charset="0"/>
                    <a:cs typeface="+mn-cs"/>
                  </a:defRPr>
                </a:lvl2pPr>
                <a:lvl3pPr marL="2682875" indent="-531813" algn="l" defTabSz="1069975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•"/>
                  <a:defRPr sz="5600" kern="1200">
                    <a:solidFill>
                      <a:schemeClr val="tx1"/>
                    </a:solidFill>
                    <a:latin typeface="+mn-lt"/>
                    <a:ea typeface="ＭＳ Ｐゴシック" charset="0"/>
                    <a:cs typeface="+mn-cs"/>
                  </a:defRPr>
                </a:lvl3pPr>
                <a:lvl4pPr marL="3759200" indent="-531813" algn="l" defTabSz="1069975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–"/>
                  <a:defRPr sz="4500" kern="1200">
                    <a:solidFill>
                      <a:schemeClr val="tx1"/>
                    </a:solidFill>
                    <a:latin typeface="+mn-lt"/>
                    <a:ea typeface="ＭＳ Ｐゴシック" charset="0"/>
                    <a:cs typeface="+mn-cs"/>
                  </a:defRPr>
                </a:lvl4pPr>
                <a:lvl5pPr marL="4833938" indent="-531813" algn="l" defTabSz="1069975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»"/>
                  <a:defRPr sz="4500" kern="1200">
                    <a:solidFill>
                      <a:schemeClr val="tx1"/>
                    </a:solidFill>
                    <a:latin typeface="+mn-lt"/>
                    <a:ea typeface="ＭＳ Ｐゴシック" charset="0"/>
                    <a:cs typeface="+mn-cs"/>
                  </a:defRPr>
                </a:lvl5pPr>
                <a:lvl6pPr marL="5916109" indent="-537824" algn="l" defTabSz="1075657" rtl="0" eaLnBrk="1" latinLnBrk="0" hangingPunct="1">
                  <a:spcBef>
                    <a:spcPct val="20000"/>
                  </a:spcBef>
                  <a:buFont typeface="Arial"/>
                  <a:buChar char="•"/>
                  <a:defRPr sz="470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6991768" indent="-537824" algn="l" defTabSz="1075657" rtl="0" eaLnBrk="1" latinLnBrk="0" hangingPunct="1">
                  <a:spcBef>
                    <a:spcPct val="20000"/>
                  </a:spcBef>
                  <a:buFont typeface="Arial"/>
                  <a:buChar char="•"/>
                  <a:defRPr sz="470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8067426" indent="-537824" algn="l" defTabSz="1075657" rtl="0" eaLnBrk="1" latinLnBrk="0" hangingPunct="1">
                  <a:spcBef>
                    <a:spcPct val="20000"/>
                  </a:spcBef>
                  <a:buFont typeface="Arial"/>
                  <a:buChar char="•"/>
                  <a:defRPr sz="470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9143079" indent="-537824" algn="l" defTabSz="1075657" rtl="0" eaLnBrk="1" latinLnBrk="0" hangingPunct="1">
                  <a:spcBef>
                    <a:spcPct val="20000"/>
                  </a:spcBef>
                  <a:buFont typeface="Arial"/>
                  <a:buChar char="•"/>
                  <a:defRPr sz="470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eaLnBrk="1" hangingPunct="1">
                  <a:buNone/>
                </a:pPr>
                <a:r>
                  <a:rPr lang="en-GB" sz="3759" dirty="0"/>
                  <a:t>ARR (%)=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3759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3759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𝐴𝑣𝑒𝑟𝑎𝑔𝑒</m:t>
                        </m:r>
                        <m:r>
                          <a:rPr lang="en-GB" sz="3759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3759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𝐴𝑛𝑛𝑢𝑎𝑙</m:t>
                        </m:r>
                        <m:r>
                          <a:rPr lang="en-GB" sz="3759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3759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𝑃𝑟𝑜𝑓𝑖𝑡</m:t>
                        </m:r>
                      </m:num>
                      <m:den>
                        <m:r>
                          <a:rPr lang="en-GB" sz="3759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𝐴𝑣𝑒𝑟𝑎𝑔𝑒</m:t>
                        </m:r>
                        <m:r>
                          <a:rPr lang="en-GB" sz="3759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3759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𝑖𝑛𝑣𝑒𝑠𝑡𝑚𝑒𝑛𝑡</m:t>
                        </m:r>
                      </m:den>
                    </m:f>
                  </m:oMath>
                </a14:m>
                <a:r>
                  <a:rPr lang="en-GB" sz="1920" dirty="0"/>
                  <a:t>	</a:t>
                </a:r>
                <a:r>
                  <a:rPr lang="en-GB" sz="2235" dirty="0"/>
                  <a:t>x 100</a:t>
                </a:r>
                <a:endParaRPr lang="en-GB" sz="1920" u="sng" dirty="0"/>
              </a:p>
              <a:p>
                <a:pPr marL="1066798" lvl="2" indent="-226059" eaLnBrk="1" hangingPunct="1">
                  <a:buNone/>
                </a:pPr>
                <a:endParaRPr lang="en-GB" sz="2032" dirty="0"/>
              </a:p>
              <a:p>
                <a:pPr marL="1066798" lvl="2" indent="-226059" eaLnBrk="1" hangingPunct="1">
                  <a:buNone/>
                </a:pPr>
                <a:endParaRPr lang="en-GB" sz="2845" dirty="0"/>
              </a:p>
            </p:txBody>
          </p:sp>
        </mc:Choice>
        <mc:Fallback xmlns="">
          <p:sp>
            <p:nvSpPr>
              <p:cNvPr id="4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915" y="1892694"/>
                <a:ext cx="7901003" cy="1316833"/>
              </a:xfrm>
              <a:prstGeom prst="rect">
                <a:avLst/>
              </a:prstGeom>
              <a:blipFill>
                <a:blip r:embed="rId2"/>
                <a:stretch>
                  <a:fillRect l="-2302"/>
                </a:stretch>
              </a:blipFill>
              <a:ln w="4445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466915" y="3323662"/>
                <a:ext cx="7912994" cy="255611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GB" sz="2235" dirty="0">
                    <a:solidFill>
                      <a:srgbClr val="0070C0"/>
                    </a:solidFill>
                  </a:rPr>
                  <a:t>Average annual profit = 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235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235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𝑇𝑜𝑡𝑎𝑙</m:t>
                        </m:r>
                        <m:r>
                          <a:rPr lang="en-GB" sz="2235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2235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𝑃𝑟𝑜𝑓𝑖𝑡</m:t>
                        </m:r>
                      </m:num>
                      <m:den>
                        <m:r>
                          <a:rPr lang="en-GB" sz="2235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𝑁𝑜</m:t>
                        </m:r>
                        <m:r>
                          <a:rPr lang="en-GB" sz="2235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. </m:t>
                        </m:r>
                        <m:r>
                          <a:rPr lang="en-GB" sz="2235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GB" sz="2235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2235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𝑦𝑒𝑎𝑟𝑠</m:t>
                        </m:r>
                      </m:den>
                    </m:f>
                  </m:oMath>
                </a14:m>
                <a:r>
                  <a:rPr lang="en-GB" sz="2235" dirty="0">
                    <a:solidFill>
                      <a:srgbClr val="00B050"/>
                    </a:solidFill>
                  </a:rPr>
                  <a:t>	</a:t>
                </a:r>
              </a:p>
              <a:p>
                <a:endParaRPr lang="en-GB" sz="2235" dirty="0">
                  <a:solidFill>
                    <a:schemeClr val="tx1"/>
                  </a:solidFill>
                </a:endParaRPr>
              </a:p>
              <a:p>
                <a:r>
                  <a:rPr lang="en-GB" sz="2235" dirty="0">
                    <a:solidFill>
                      <a:srgbClr val="00B050"/>
                    </a:solidFill>
                  </a:rPr>
                  <a:t>Average investment = 	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235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235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𝐼𝑛𝑖𝑡𝑖𝑎𝑙</m:t>
                        </m:r>
                        <m:r>
                          <a:rPr lang="en-GB" sz="2235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2235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𝑖𝑛𝑣𝑒𝑠𝑡𝑚𝑒𝑛𝑡</m:t>
                        </m:r>
                        <m:r>
                          <a:rPr lang="en-GB" sz="2235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sz="2235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𝑆𝑐𝑟𝑎𝑝</m:t>
                        </m:r>
                        <m:r>
                          <a:rPr lang="en-GB" sz="2235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2235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𝑉𝑎𝑙𝑢𝑒</m:t>
                        </m:r>
                      </m:num>
                      <m:den>
                        <m:r>
                          <a:rPr lang="en-GB" sz="2235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GB" sz="2235" dirty="0">
                    <a:solidFill>
                      <a:srgbClr val="00B050"/>
                    </a:solidFill>
                  </a:rPr>
                  <a:t>    </a:t>
                </a:r>
                <a:r>
                  <a:rPr lang="en-GB" sz="2235" dirty="0">
                    <a:solidFill>
                      <a:srgbClr val="0070C0"/>
                    </a:solidFill>
                  </a:rPr>
                  <a:t>			 	     						</a:t>
                </a:r>
              </a:p>
              <a:p>
                <a:pPr algn="ctr"/>
                <a:r>
                  <a:rPr lang="en-GB" sz="1422" b="1" i="1" u="sng" dirty="0">
                    <a:solidFill>
                      <a:srgbClr val="0070C0"/>
                    </a:solidFill>
                  </a:rPr>
                  <a:t>Note: With the average investment calculation you will need to consider any working capital investment, if it is required!!!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915" y="3323662"/>
                <a:ext cx="7912994" cy="2556112"/>
              </a:xfrm>
              <a:prstGeom prst="rect">
                <a:avLst/>
              </a:prstGeom>
              <a:blipFill>
                <a:blip r:embed="rId3"/>
                <a:stretch>
                  <a:fillRect l="-9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5441012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animBg="1"/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328869" y="905069"/>
            <a:ext cx="6840220" cy="507703"/>
          </a:xfrm>
        </p:spPr>
        <p:txBody>
          <a:bodyPr/>
          <a:lstStyle/>
          <a:p>
            <a:r>
              <a:rPr lang="en-GB" sz="2700" dirty="0">
                <a:solidFill>
                  <a:srgbClr val="1A9DAC"/>
                </a:solidFill>
                <a:latin typeface="+mj-lt"/>
                <a:ea typeface="ＭＳ Ｐゴシック" charset="0"/>
              </a:rPr>
              <a:t>Accounting Rate of Return (ARR) - Example</a:t>
            </a:r>
          </a:p>
          <a:p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438605" y="1412773"/>
            <a:ext cx="7661787" cy="2664299"/>
          </a:xfrm>
        </p:spPr>
        <p:txBody>
          <a:bodyPr/>
          <a:lstStyle/>
          <a:p>
            <a:pPr marL="0" indent="0" defTabSz="200659">
              <a:buNone/>
            </a:pPr>
            <a:r>
              <a:rPr lang="en-US" sz="1600" dirty="0">
                <a:solidFill>
                  <a:srgbClr val="000000"/>
                </a:solidFill>
                <a:latin typeface="Helvetica 55 Roman" pitchFamily="34" charset="0"/>
              </a:rPr>
              <a:t>Charging Ltd has carried out some research that shows that the business could provide a standard service that it has recently developed. Provision of the service would require investment in a machine that would cost </a:t>
            </a:r>
            <a:r>
              <a:rPr lang="en-US" sz="1600" i="1" dirty="0">
                <a:solidFill>
                  <a:srgbClr val="000000"/>
                </a:solidFill>
                <a:latin typeface="Helvetica 55 Roman" pitchFamily="34" charset="0"/>
              </a:rPr>
              <a:t>£</a:t>
            </a:r>
            <a:r>
              <a:rPr lang="en-US" sz="1600" dirty="0">
                <a:solidFill>
                  <a:srgbClr val="000000"/>
                </a:solidFill>
                <a:latin typeface="Helvetica 55 Roman" pitchFamily="34" charset="0"/>
              </a:rPr>
              <a:t>100,000, payable immediately.</a:t>
            </a:r>
          </a:p>
          <a:p>
            <a:pPr marL="0" indent="0" defTabSz="200659">
              <a:buNone/>
            </a:pPr>
            <a:r>
              <a:rPr lang="en-US" sz="1600" dirty="0">
                <a:solidFill>
                  <a:srgbClr val="000000"/>
                </a:solidFill>
                <a:latin typeface="Helvetica 55 Roman" pitchFamily="34" charset="0"/>
              </a:rPr>
              <a:t>Sales of the service would take place throughout the next five years. At the end of that time, it is estimated that the machine could be sold for </a:t>
            </a:r>
            <a:r>
              <a:rPr lang="en-US" sz="1600" i="1" dirty="0">
                <a:solidFill>
                  <a:srgbClr val="000000"/>
                </a:solidFill>
                <a:latin typeface="Helvetica 55 Roman" pitchFamily="34" charset="0"/>
              </a:rPr>
              <a:t>£</a:t>
            </a:r>
            <a:r>
              <a:rPr lang="en-US" sz="1600" dirty="0">
                <a:solidFill>
                  <a:srgbClr val="000000"/>
                </a:solidFill>
                <a:latin typeface="Helvetica 55 Roman" pitchFamily="34" charset="0"/>
              </a:rPr>
              <a:t>20,000.</a:t>
            </a:r>
          </a:p>
          <a:p>
            <a:pPr marL="0" indent="0">
              <a:buNone/>
            </a:pPr>
            <a:endParaRPr lang="en-GB" sz="1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6024" r="41205"/>
          <a:stretch/>
        </p:blipFill>
        <p:spPr>
          <a:xfrm>
            <a:off x="1617541" y="3268402"/>
            <a:ext cx="5303914" cy="2174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208371"/>
      </p:ext>
    </p:extLst>
  </p:cSld>
  <p:clrMapOvr>
    <a:masterClrMapping/>
  </p:clrMapOvr>
  <p:transition spd="slow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292290" y="905069"/>
            <a:ext cx="6668019" cy="507703"/>
          </a:xfrm>
        </p:spPr>
        <p:txBody>
          <a:bodyPr/>
          <a:lstStyle/>
          <a:p>
            <a:r>
              <a:rPr lang="en-GB" sz="2700" dirty="0">
                <a:solidFill>
                  <a:srgbClr val="1A9DAC"/>
                </a:solidFill>
                <a:latin typeface="+mj-lt"/>
                <a:ea typeface="ＭＳ Ｐゴシック" charset="0"/>
              </a:rPr>
              <a:t>Accounting Rate of Return (ARR)</a:t>
            </a:r>
          </a:p>
          <a:p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539553" y="2924944"/>
            <a:ext cx="8092684" cy="3456384"/>
          </a:xfrm>
        </p:spPr>
        <p:txBody>
          <a:bodyPr/>
          <a:lstStyle/>
          <a:p>
            <a:pPr marL="0" indent="0" defTabSz="464515">
              <a:spcBef>
                <a:spcPct val="50000"/>
              </a:spcBef>
              <a:buClrTx/>
              <a:buNone/>
            </a:pPr>
            <a:r>
              <a:rPr lang="en-GB" sz="2240" b="1" i="1" dirty="0">
                <a:solidFill>
                  <a:srgbClr val="0070C0"/>
                </a:solidFill>
                <a:latin typeface="Helvetica 55 Roman" pitchFamily="34" charset="0"/>
                <a:ea typeface="ＭＳ Ｐゴシック" pitchFamily="34" charset="-128"/>
                <a:cs typeface="+mn-cs"/>
              </a:rPr>
              <a:t>Total</a:t>
            </a:r>
            <a:r>
              <a:rPr lang="en-GB" sz="2240" b="1" dirty="0">
                <a:solidFill>
                  <a:srgbClr val="0070C0"/>
                </a:solidFill>
                <a:latin typeface="Helvetica 55 Roman" pitchFamily="34" charset="0"/>
                <a:ea typeface="ＭＳ Ｐゴシック" pitchFamily="34" charset="-128"/>
                <a:cs typeface="+mn-cs"/>
              </a:rPr>
              <a:t> profit before depreciation = </a:t>
            </a:r>
            <a:r>
              <a:rPr lang="en-GB" sz="2240" i="1" dirty="0">
                <a:latin typeface="Helvetica 55 Roman" pitchFamily="34" charset="0"/>
                <a:ea typeface="ＭＳ Ｐゴシック" pitchFamily="34" charset="-128"/>
              </a:rPr>
              <a:t>(20+40+60+60+20) = </a:t>
            </a:r>
            <a:r>
              <a:rPr lang="en-GB" sz="2240" i="1" dirty="0">
                <a:latin typeface="Helvetica 55 Roman" pitchFamily="34" charset="0"/>
                <a:ea typeface="ＭＳ Ｐゴシック" pitchFamily="34" charset="-128"/>
                <a:cs typeface="+mn-cs"/>
              </a:rPr>
              <a:t>200</a:t>
            </a:r>
          </a:p>
          <a:p>
            <a:pPr marL="0" indent="0" defTabSz="464515">
              <a:spcBef>
                <a:spcPct val="50000"/>
              </a:spcBef>
              <a:buClrTx/>
              <a:buNone/>
            </a:pPr>
            <a:r>
              <a:rPr lang="en-GB" sz="2240" b="1" dirty="0">
                <a:solidFill>
                  <a:srgbClr val="0070C0"/>
                </a:solidFill>
                <a:latin typeface="Helvetica 55 Roman" pitchFamily="34" charset="0"/>
                <a:ea typeface="ＭＳ Ｐゴシック" pitchFamily="34" charset="-128"/>
                <a:cs typeface="+mn-cs"/>
              </a:rPr>
              <a:t>Total depreciation = </a:t>
            </a:r>
            <a:r>
              <a:rPr lang="en-GB" sz="2240" i="1" dirty="0">
                <a:latin typeface="Helvetica 55 Roman" pitchFamily="34" charset="0"/>
                <a:ea typeface="ＭＳ Ｐゴシック" pitchFamily="34" charset="-128"/>
                <a:cs typeface="+mn-cs"/>
              </a:rPr>
              <a:t>100 – 20 = 80</a:t>
            </a:r>
          </a:p>
          <a:p>
            <a:pPr marL="0" indent="0" defTabSz="464515">
              <a:spcBef>
                <a:spcPct val="50000"/>
              </a:spcBef>
              <a:buClrTx/>
              <a:buNone/>
            </a:pPr>
            <a:r>
              <a:rPr lang="en-GB" sz="2240" b="1" dirty="0">
                <a:solidFill>
                  <a:srgbClr val="0070C0"/>
                </a:solidFill>
                <a:latin typeface="Helvetica 55 Roman" pitchFamily="34" charset="0"/>
                <a:ea typeface="ＭＳ Ｐゴシック" pitchFamily="34" charset="-128"/>
                <a:cs typeface="+mn-cs"/>
              </a:rPr>
              <a:t>Total profit </a:t>
            </a:r>
            <a:r>
              <a:rPr lang="en-GB" sz="2240" b="1" i="1" dirty="0">
                <a:solidFill>
                  <a:srgbClr val="0070C0"/>
                </a:solidFill>
                <a:latin typeface="Helvetica 55 Roman" pitchFamily="34" charset="0"/>
                <a:ea typeface="ＭＳ Ｐゴシック" pitchFamily="34" charset="-128"/>
                <a:cs typeface="+mn-cs"/>
              </a:rPr>
              <a:t>after</a:t>
            </a:r>
            <a:r>
              <a:rPr lang="en-GB" sz="2240" b="1" dirty="0">
                <a:solidFill>
                  <a:srgbClr val="0070C0"/>
                </a:solidFill>
                <a:latin typeface="Helvetica 55 Roman" pitchFamily="34" charset="0"/>
                <a:ea typeface="ＭＳ Ｐゴシック" pitchFamily="34" charset="-128"/>
                <a:cs typeface="+mn-cs"/>
              </a:rPr>
              <a:t> depreciation = </a:t>
            </a:r>
            <a:r>
              <a:rPr lang="en-GB" sz="2240" i="1" dirty="0">
                <a:latin typeface="Helvetica 55 Roman" pitchFamily="34" charset="0"/>
                <a:ea typeface="ＭＳ Ｐゴシック" pitchFamily="34" charset="-128"/>
                <a:cs typeface="+mn-cs"/>
              </a:rPr>
              <a:t>200 – 80 = 120</a:t>
            </a:r>
          </a:p>
          <a:p>
            <a:pPr marL="0" indent="0" defTabSz="464515">
              <a:spcBef>
                <a:spcPct val="50000"/>
              </a:spcBef>
              <a:buClrTx/>
              <a:buNone/>
            </a:pPr>
            <a:r>
              <a:rPr lang="en-GB" sz="2240" b="1" i="1" dirty="0">
                <a:solidFill>
                  <a:srgbClr val="0070C0"/>
                </a:solidFill>
                <a:latin typeface="Helvetica 55 Roman" pitchFamily="34" charset="0"/>
                <a:ea typeface="ＭＳ Ｐゴシック" pitchFamily="34" charset="-128"/>
                <a:cs typeface="+mn-cs"/>
              </a:rPr>
              <a:t>Average</a:t>
            </a:r>
            <a:r>
              <a:rPr lang="en-GB" sz="2240" b="1" dirty="0">
                <a:solidFill>
                  <a:srgbClr val="0070C0"/>
                </a:solidFill>
                <a:latin typeface="Helvetica 55 Roman" pitchFamily="34" charset="0"/>
                <a:ea typeface="ＭＳ Ｐゴシック" pitchFamily="34" charset="-128"/>
                <a:cs typeface="+mn-cs"/>
              </a:rPr>
              <a:t> annual profit = </a:t>
            </a:r>
            <a:r>
              <a:rPr lang="en-GB" sz="2240" i="1" dirty="0">
                <a:latin typeface="Helvetica 55 Roman" pitchFamily="34" charset="0"/>
                <a:ea typeface="ＭＳ Ｐゴシック" pitchFamily="34" charset="-128"/>
                <a:cs typeface="+mn-cs"/>
              </a:rPr>
              <a:t>120 / 5 = 24</a:t>
            </a:r>
          </a:p>
          <a:p>
            <a:pPr marL="0" indent="0" defTabSz="464515">
              <a:spcBef>
                <a:spcPct val="50000"/>
              </a:spcBef>
              <a:buClrTx/>
              <a:buNone/>
            </a:pPr>
            <a:r>
              <a:rPr lang="en-GB" sz="2240" b="1" dirty="0">
                <a:solidFill>
                  <a:srgbClr val="00B050"/>
                </a:solidFill>
                <a:latin typeface="Helvetica 55 Roman" pitchFamily="34" charset="0"/>
                <a:ea typeface="ＭＳ Ｐゴシック" pitchFamily="34" charset="-128"/>
                <a:cs typeface="+mn-cs"/>
              </a:rPr>
              <a:t>Average investment  = </a:t>
            </a:r>
            <a:r>
              <a:rPr lang="en-GB" sz="2240" i="1" dirty="0">
                <a:latin typeface="Helvetica 55 Roman" pitchFamily="34" charset="0"/>
                <a:ea typeface="ＭＳ Ｐゴシック" pitchFamily="34" charset="-128"/>
                <a:cs typeface="+mn-cs"/>
              </a:rPr>
              <a:t>(100 + 20) / 2 = 60</a:t>
            </a:r>
          </a:p>
          <a:p>
            <a:pPr marL="0" indent="0" defTabSz="464515">
              <a:spcBef>
                <a:spcPct val="50000"/>
              </a:spcBef>
              <a:buClrTx/>
              <a:buNone/>
            </a:pPr>
            <a:r>
              <a:rPr lang="en-GB" sz="2240" b="1" dirty="0">
                <a:solidFill>
                  <a:srgbClr val="000000"/>
                </a:solidFill>
                <a:latin typeface="Helvetica 55 Roman" pitchFamily="34" charset="0"/>
                <a:ea typeface="ＭＳ Ｐゴシック" pitchFamily="34" charset="-128"/>
                <a:cs typeface="+mn-cs"/>
              </a:rPr>
              <a:t>ARR =</a:t>
            </a:r>
            <a:r>
              <a:rPr lang="en-GB" sz="2240" b="1" dirty="0">
                <a:solidFill>
                  <a:srgbClr val="FF3300"/>
                </a:solidFill>
                <a:latin typeface="Helvetica 55 Roman" pitchFamily="34" charset="0"/>
                <a:ea typeface="ＭＳ Ｐゴシック" pitchFamily="34" charset="-128"/>
                <a:cs typeface="+mn-cs"/>
              </a:rPr>
              <a:t> </a:t>
            </a:r>
            <a:r>
              <a:rPr lang="en-GB" sz="2240" i="1" dirty="0">
                <a:latin typeface="Helvetica 55 Roman" pitchFamily="34" charset="0"/>
                <a:ea typeface="ＭＳ Ｐゴシック" pitchFamily="34" charset="-128"/>
                <a:cs typeface="+mn-cs"/>
              </a:rPr>
              <a:t>24/60 = 40%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DBB470A4-4410-0AB7-8795-37739A6A2BF7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487421" y="1536103"/>
                <a:ext cx="7901003" cy="1316833"/>
              </a:xfrm>
              <a:prstGeom prst="rect">
                <a:avLst/>
              </a:prstGeom>
              <a:ln w="44450">
                <a:solidFill>
                  <a:srgbClr val="C00000"/>
                </a:solidFill>
              </a:ln>
            </p:spPr>
            <p:txBody>
              <a:bodyPr/>
              <a:lstStyle>
                <a:lvl1pPr marL="800100" indent="-800100" algn="l" defTabSz="1069975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•"/>
                  <a:defRPr sz="7400" kern="1200">
                    <a:solidFill>
                      <a:schemeClr val="tx1"/>
                    </a:solidFill>
                    <a:latin typeface="+mn-lt"/>
                    <a:ea typeface="ＭＳ Ｐゴシック" charset="0"/>
                    <a:cs typeface="ＭＳ Ｐゴシック" charset="0"/>
                  </a:defRPr>
                </a:lvl1pPr>
                <a:lvl2pPr marL="1741488" indent="-665163" algn="l" defTabSz="1069975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–"/>
                  <a:defRPr sz="6500" kern="1200">
                    <a:solidFill>
                      <a:schemeClr val="tx1"/>
                    </a:solidFill>
                    <a:latin typeface="+mn-lt"/>
                    <a:ea typeface="ＭＳ Ｐゴシック" charset="0"/>
                    <a:cs typeface="+mn-cs"/>
                  </a:defRPr>
                </a:lvl2pPr>
                <a:lvl3pPr marL="2682875" indent="-531813" algn="l" defTabSz="1069975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•"/>
                  <a:defRPr sz="5600" kern="1200">
                    <a:solidFill>
                      <a:schemeClr val="tx1"/>
                    </a:solidFill>
                    <a:latin typeface="+mn-lt"/>
                    <a:ea typeface="ＭＳ Ｐゴシック" charset="0"/>
                    <a:cs typeface="+mn-cs"/>
                  </a:defRPr>
                </a:lvl3pPr>
                <a:lvl4pPr marL="3759200" indent="-531813" algn="l" defTabSz="1069975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–"/>
                  <a:defRPr sz="4500" kern="1200">
                    <a:solidFill>
                      <a:schemeClr val="tx1"/>
                    </a:solidFill>
                    <a:latin typeface="+mn-lt"/>
                    <a:ea typeface="ＭＳ Ｐゴシック" charset="0"/>
                    <a:cs typeface="+mn-cs"/>
                  </a:defRPr>
                </a:lvl4pPr>
                <a:lvl5pPr marL="4833938" indent="-531813" algn="l" defTabSz="1069975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»"/>
                  <a:defRPr sz="4500" kern="1200">
                    <a:solidFill>
                      <a:schemeClr val="tx1"/>
                    </a:solidFill>
                    <a:latin typeface="+mn-lt"/>
                    <a:ea typeface="ＭＳ Ｐゴシック" charset="0"/>
                    <a:cs typeface="+mn-cs"/>
                  </a:defRPr>
                </a:lvl5pPr>
                <a:lvl6pPr marL="5916109" indent="-537824" algn="l" defTabSz="1075657" rtl="0" eaLnBrk="1" latinLnBrk="0" hangingPunct="1">
                  <a:spcBef>
                    <a:spcPct val="20000"/>
                  </a:spcBef>
                  <a:buFont typeface="Arial"/>
                  <a:buChar char="•"/>
                  <a:defRPr sz="470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6991768" indent="-537824" algn="l" defTabSz="1075657" rtl="0" eaLnBrk="1" latinLnBrk="0" hangingPunct="1">
                  <a:spcBef>
                    <a:spcPct val="20000"/>
                  </a:spcBef>
                  <a:buFont typeface="Arial"/>
                  <a:buChar char="•"/>
                  <a:defRPr sz="470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8067426" indent="-537824" algn="l" defTabSz="1075657" rtl="0" eaLnBrk="1" latinLnBrk="0" hangingPunct="1">
                  <a:spcBef>
                    <a:spcPct val="20000"/>
                  </a:spcBef>
                  <a:buFont typeface="Arial"/>
                  <a:buChar char="•"/>
                  <a:defRPr sz="470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9143079" indent="-537824" algn="l" defTabSz="1075657" rtl="0" eaLnBrk="1" latinLnBrk="0" hangingPunct="1">
                  <a:spcBef>
                    <a:spcPct val="20000"/>
                  </a:spcBef>
                  <a:buFont typeface="Arial"/>
                  <a:buChar char="•"/>
                  <a:defRPr sz="470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eaLnBrk="1" hangingPunct="1">
                  <a:buNone/>
                </a:pPr>
                <a:r>
                  <a:rPr lang="en-GB" sz="3759" dirty="0"/>
                  <a:t>ARR (%)=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3759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3759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𝐴𝑣𝑒𝑟𝑎𝑔𝑒</m:t>
                        </m:r>
                        <m:r>
                          <a:rPr lang="en-GB" sz="3759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3759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𝐴𝑛𝑛𝑢𝑎𝑙</m:t>
                        </m:r>
                        <m:r>
                          <a:rPr lang="en-GB" sz="3759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3759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𝑃𝑟𝑜𝑓𝑖𝑡</m:t>
                        </m:r>
                      </m:num>
                      <m:den>
                        <m:r>
                          <a:rPr lang="en-GB" sz="3759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𝐴𝑣𝑒𝑟𝑎𝑔𝑒</m:t>
                        </m:r>
                        <m:r>
                          <a:rPr lang="en-GB" sz="3759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3759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𝑖𝑛𝑣𝑒𝑠𝑡𝑚𝑒𝑛𝑡</m:t>
                        </m:r>
                      </m:den>
                    </m:f>
                  </m:oMath>
                </a14:m>
                <a:r>
                  <a:rPr lang="en-GB" sz="1920" dirty="0"/>
                  <a:t>	</a:t>
                </a:r>
                <a:r>
                  <a:rPr lang="en-GB" sz="2235" dirty="0"/>
                  <a:t>x 100</a:t>
                </a:r>
                <a:endParaRPr lang="en-GB" sz="1920" u="sng" dirty="0"/>
              </a:p>
              <a:p>
                <a:pPr marL="1066798" lvl="2" indent="-226059" eaLnBrk="1" hangingPunct="1">
                  <a:buNone/>
                </a:pPr>
                <a:endParaRPr lang="en-GB" sz="2032" dirty="0"/>
              </a:p>
              <a:p>
                <a:pPr marL="1066798" lvl="2" indent="-226059" eaLnBrk="1" hangingPunct="1">
                  <a:buNone/>
                </a:pPr>
                <a:endParaRPr lang="en-GB" sz="2845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DBB470A4-4410-0AB7-8795-37739A6A2B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421" y="1536103"/>
                <a:ext cx="7901003" cy="1316833"/>
              </a:xfrm>
              <a:prstGeom prst="rect">
                <a:avLst/>
              </a:prstGeom>
              <a:blipFill>
                <a:blip r:embed="rId3"/>
                <a:stretch>
                  <a:fillRect l="-2302"/>
                </a:stretch>
              </a:blipFill>
              <a:ln w="4445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7767705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649ED0D-2719-47A1-8024-F079C5CC08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763" y="1014805"/>
            <a:ext cx="6668019" cy="507703"/>
          </a:xfrm>
        </p:spPr>
        <p:txBody>
          <a:bodyPr/>
          <a:lstStyle/>
          <a:p>
            <a:r>
              <a:rPr lang="en-GB" sz="2700" dirty="0">
                <a:solidFill>
                  <a:srgbClr val="1A9DAC"/>
                </a:solidFill>
                <a:latin typeface="+mj-lt"/>
                <a:ea typeface="ＭＳ Ｐゴシック" charset="0"/>
              </a:rPr>
              <a:t>Working Capital - ARR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9165D8-FB95-42EF-8E58-5141230CC97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5447" y="1526906"/>
            <a:ext cx="8449684" cy="4462604"/>
          </a:xfrm>
        </p:spPr>
        <p:txBody>
          <a:bodyPr/>
          <a:lstStyle/>
          <a:p>
            <a:pPr marL="0" indent="0" algn="ctr">
              <a:buNone/>
            </a:pPr>
            <a:r>
              <a:rPr lang="en-GB" sz="1626" b="1" dirty="0"/>
              <a:t>Working Capital (WC) </a:t>
            </a:r>
            <a:r>
              <a:rPr lang="en-US" sz="1626" b="1" dirty="0"/>
              <a:t>is the capital of a business which is used in its day-to-day trading operations.</a:t>
            </a:r>
          </a:p>
          <a:p>
            <a:pPr marL="0" indent="0" algn="ctr">
              <a:buNone/>
            </a:pPr>
            <a:endParaRPr lang="en-US" sz="1626" dirty="0"/>
          </a:p>
          <a:p>
            <a:pPr marL="0" indent="0" algn="ctr">
              <a:buNone/>
            </a:pPr>
            <a:r>
              <a:rPr lang="en-US" sz="1626" dirty="0"/>
              <a:t>If a business is to expand and invest in new projects and assets, then additional working capital is generally required.</a:t>
            </a:r>
          </a:p>
          <a:p>
            <a:pPr marL="0" indent="0" algn="ctr">
              <a:buNone/>
            </a:pPr>
            <a:endParaRPr lang="en-US" sz="1626" dirty="0"/>
          </a:p>
          <a:p>
            <a:pPr marL="0" indent="0" algn="ctr">
              <a:buNone/>
            </a:pPr>
            <a:r>
              <a:rPr lang="en-US" sz="1626" dirty="0"/>
              <a:t>The key issue that must be remembered here is that an increase in working capital is a cash outflow. If a company needs to buy more inventories, for example, there will be a cash cost. </a:t>
            </a:r>
          </a:p>
          <a:p>
            <a:pPr marL="0" indent="0" algn="ctr">
              <a:buNone/>
            </a:pPr>
            <a:endParaRPr lang="en-US" sz="1626" dirty="0"/>
          </a:p>
          <a:p>
            <a:pPr marL="0" indent="0" algn="ctr">
              <a:buNone/>
            </a:pPr>
            <a:r>
              <a:rPr lang="en-US" sz="1626" dirty="0"/>
              <a:t>Equally a decrease in working capital is a cash inflow. Hence at the end of a project when the working capital invested in that project is no longer required, a cash inflow will arise.</a:t>
            </a:r>
          </a:p>
          <a:p>
            <a:pPr marL="0" indent="0" algn="ctr">
              <a:buNone/>
            </a:pPr>
            <a:endParaRPr lang="en-US" sz="1626" dirty="0"/>
          </a:p>
          <a:p>
            <a:pPr marL="0" indent="0" algn="ctr">
              <a:buNone/>
            </a:pPr>
            <a:r>
              <a:rPr lang="en-US" sz="2235" b="1" u="sng" dirty="0"/>
              <a:t>It is the change in working capital that is the cash flow.</a:t>
            </a:r>
            <a:endParaRPr lang="en-GB" sz="2235" b="1" u="sng" dirty="0"/>
          </a:p>
        </p:txBody>
      </p:sp>
    </p:spTree>
    <p:extLst>
      <p:ext uri="{BB962C8B-B14F-4D97-AF65-F5344CB8AC3E}">
        <p14:creationId xmlns:p14="http://schemas.microsoft.com/office/powerpoint/2010/main" val="1456600840"/>
      </p:ext>
    </p:extLst>
  </p:cSld>
  <p:clrMapOvr>
    <a:masterClrMapping/>
  </p:clrMapOvr>
  <p:transition spd="slow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649ED0D-2719-47A1-8024-F079C5CC08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763" y="1014805"/>
            <a:ext cx="6668019" cy="507703"/>
          </a:xfrm>
        </p:spPr>
        <p:txBody>
          <a:bodyPr/>
          <a:lstStyle/>
          <a:p>
            <a:r>
              <a:rPr lang="en-GB" sz="2700" dirty="0">
                <a:solidFill>
                  <a:srgbClr val="1A9DAC"/>
                </a:solidFill>
                <a:latin typeface="+mj-lt"/>
                <a:ea typeface="ＭＳ Ｐゴシック" charset="0"/>
              </a:rPr>
              <a:t>Working Capital  - 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9165D8-FB95-42EF-8E58-5141230CC97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5447" y="1526906"/>
            <a:ext cx="8449684" cy="4462604"/>
          </a:xfrm>
        </p:spPr>
        <p:txBody>
          <a:bodyPr/>
          <a:lstStyle/>
          <a:p>
            <a:pPr marL="0" indent="0">
              <a:buNone/>
            </a:pPr>
            <a:r>
              <a:rPr lang="en-GB" sz="1829" dirty="0"/>
              <a:t>If a new 5 year project is to be implemented then an additional £50,000 working capital will be required at the start. </a:t>
            </a:r>
          </a:p>
          <a:p>
            <a:pPr marL="0" indent="0">
              <a:buNone/>
            </a:pPr>
            <a:endParaRPr lang="en-GB" sz="1829" dirty="0"/>
          </a:p>
          <a:p>
            <a:pPr marL="0" indent="0">
              <a:buNone/>
            </a:pPr>
            <a:r>
              <a:rPr lang="en-GB" sz="1829" dirty="0"/>
              <a:t>No further adjustments to the working capital will be required for the remaining life of the project.</a:t>
            </a:r>
          </a:p>
          <a:p>
            <a:pPr marL="0" indent="0">
              <a:buNone/>
            </a:pPr>
            <a:endParaRPr lang="en-GB" sz="1829" dirty="0"/>
          </a:p>
          <a:p>
            <a:pPr marL="0" indent="0">
              <a:buNone/>
            </a:pPr>
            <a:r>
              <a:rPr lang="en-GB" sz="1829" dirty="0"/>
              <a:t>At the end of the project the £50,000 working capital is no longer required.</a:t>
            </a:r>
          </a:p>
          <a:p>
            <a:pPr marL="0" indent="0">
              <a:buNone/>
            </a:pPr>
            <a:endParaRPr lang="en-GB" sz="1829" dirty="0"/>
          </a:p>
          <a:p>
            <a:pPr marL="0" indent="0">
              <a:buNone/>
            </a:pPr>
            <a:r>
              <a:rPr lang="en-GB" sz="1829" dirty="0"/>
              <a:t>How will the working capital impact upon the relevant cash flows of the project?</a:t>
            </a:r>
          </a:p>
          <a:p>
            <a:pPr marL="0" indent="0">
              <a:buNone/>
            </a:pPr>
            <a:endParaRPr lang="en-GB" sz="1829" dirty="0"/>
          </a:p>
          <a:p>
            <a:pPr marL="0" indent="0">
              <a:buNone/>
            </a:pPr>
            <a:endParaRPr lang="en-GB" sz="1829" dirty="0"/>
          </a:p>
          <a:p>
            <a:pPr marL="0" indent="0">
              <a:buNone/>
            </a:pPr>
            <a:endParaRPr lang="en-GB" sz="1829" dirty="0"/>
          </a:p>
          <a:p>
            <a:pPr marL="0" indent="0">
              <a:buNone/>
            </a:pPr>
            <a:endParaRPr lang="en-GB" sz="1829" dirty="0"/>
          </a:p>
          <a:p>
            <a:pPr marL="0" indent="0">
              <a:buNone/>
            </a:pPr>
            <a:endParaRPr lang="en-GB" sz="1829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EDA1C746-256D-401B-9295-A094EA25518C}"/>
              </a:ext>
            </a:extLst>
          </p:cNvPr>
          <p:cNvGraphicFramePr>
            <a:graphicFrameLocks noGrp="1"/>
          </p:cNvGraphicFramePr>
          <p:nvPr/>
        </p:nvGraphicFramePr>
        <p:xfrm>
          <a:off x="1462809" y="4562940"/>
          <a:ext cx="6096000" cy="4644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66785999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73614635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22032382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2106640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39713048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43920160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Year 0</a:t>
                      </a:r>
                    </a:p>
                  </a:txBody>
                  <a:tcPr marL="46450" marR="46450" marT="23225" marB="232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Year 1</a:t>
                      </a:r>
                    </a:p>
                  </a:txBody>
                  <a:tcPr marL="46450" marR="46450" marT="23225" marB="232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Year 2</a:t>
                      </a:r>
                    </a:p>
                  </a:txBody>
                  <a:tcPr marL="46450" marR="46450" marT="23225" marB="232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Year 3</a:t>
                      </a:r>
                    </a:p>
                  </a:txBody>
                  <a:tcPr marL="46450" marR="46450" marT="23225" marB="232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Year 4</a:t>
                      </a:r>
                    </a:p>
                  </a:txBody>
                  <a:tcPr marL="46450" marR="46450" marT="23225" marB="232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Year 5</a:t>
                      </a:r>
                    </a:p>
                  </a:txBody>
                  <a:tcPr marL="46450" marR="46450" marT="23225" marB="23225"/>
                </a:tc>
                <a:extLst>
                  <a:ext uri="{0D108BD9-81ED-4DB2-BD59-A6C34878D82A}">
                    <a16:rowId xmlns:a16="http://schemas.microsoft.com/office/drawing/2014/main" val="2752173928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-£50k</a:t>
                      </a:r>
                    </a:p>
                  </a:txBody>
                  <a:tcPr marL="46450" marR="46450" marT="23225" marB="232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£0</a:t>
                      </a:r>
                    </a:p>
                  </a:txBody>
                  <a:tcPr marL="46450" marR="46450" marT="23225" marB="23225"/>
                </a:tc>
                <a:tc>
                  <a:txBody>
                    <a:bodyPr/>
                    <a:lstStyle/>
                    <a:p>
                      <a:pPr marL="0" marR="0" lvl="0" indent="0" algn="ctr" defTabSz="10756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£0</a:t>
                      </a:r>
                    </a:p>
                  </a:txBody>
                  <a:tcPr marL="46450" marR="46450" marT="23225" marB="23225"/>
                </a:tc>
                <a:tc>
                  <a:txBody>
                    <a:bodyPr/>
                    <a:lstStyle/>
                    <a:p>
                      <a:pPr marL="0" marR="0" lvl="0" indent="0" algn="ctr" defTabSz="10756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£0</a:t>
                      </a:r>
                    </a:p>
                  </a:txBody>
                  <a:tcPr marL="46450" marR="46450" marT="23225" marB="23225"/>
                </a:tc>
                <a:tc>
                  <a:txBody>
                    <a:bodyPr/>
                    <a:lstStyle/>
                    <a:p>
                      <a:pPr marL="0" marR="0" lvl="0" indent="0" algn="ctr" defTabSz="10756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£0</a:t>
                      </a:r>
                    </a:p>
                  </a:txBody>
                  <a:tcPr marL="46450" marR="46450" marT="23225" marB="232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+£50k</a:t>
                      </a:r>
                    </a:p>
                  </a:txBody>
                  <a:tcPr marL="46450" marR="46450" marT="23225" marB="23225"/>
                </a:tc>
                <a:extLst>
                  <a:ext uri="{0D108BD9-81ED-4DB2-BD59-A6C34878D82A}">
                    <a16:rowId xmlns:a16="http://schemas.microsoft.com/office/drawing/2014/main" val="6105449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9717245"/>
      </p:ext>
    </p:extLst>
  </p:cSld>
  <p:clrMapOvr>
    <a:masterClrMapping/>
  </p:clrMapOvr>
  <p:transition spd="slow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794A3-8F7E-526F-545E-3F6B57163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6ECAD8B-4623-9A47-CD4F-9998EC1F4A2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92290" y="941648"/>
            <a:ext cx="6986535" cy="507703"/>
          </a:xfrm>
        </p:spPr>
        <p:txBody>
          <a:bodyPr/>
          <a:lstStyle/>
          <a:p>
            <a:r>
              <a:rPr lang="en-GB" sz="2700" dirty="0">
                <a:solidFill>
                  <a:srgbClr val="1A9DAC"/>
                </a:solidFill>
                <a:latin typeface="+mj-lt"/>
                <a:ea typeface="ＭＳ Ｐゴシック" charset="0"/>
              </a:rPr>
              <a:t>Impact of WC on ARR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9FAAC27E-4B40-08E1-10D1-E254A19C250D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466915" y="1892694"/>
                <a:ext cx="7901003" cy="1316833"/>
              </a:xfrm>
              <a:prstGeom prst="rect">
                <a:avLst/>
              </a:prstGeom>
              <a:ln w="44450">
                <a:solidFill>
                  <a:srgbClr val="C00000"/>
                </a:solidFill>
              </a:ln>
            </p:spPr>
            <p:txBody>
              <a:bodyPr/>
              <a:lstStyle>
                <a:lvl1pPr marL="800100" indent="-800100" algn="l" defTabSz="1069975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•"/>
                  <a:defRPr sz="7400" kern="1200">
                    <a:solidFill>
                      <a:schemeClr val="tx1"/>
                    </a:solidFill>
                    <a:latin typeface="+mn-lt"/>
                    <a:ea typeface="ＭＳ Ｐゴシック" charset="0"/>
                    <a:cs typeface="ＭＳ Ｐゴシック" charset="0"/>
                  </a:defRPr>
                </a:lvl1pPr>
                <a:lvl2pPr marL="1741488" indent="-665163" algn="l" defTabSz="1069975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–"/>
                  <a:defRPr sz="6500" kern="1200">
                    <a:solidFill>
                      <a:schemeClr val="tx1"/>
                    </a:solidFill>
                    <a:latin typeface="+mn-lt"/>
                    <a:ea typeface="ＭＳ Ｐゴシック" charset="0"/>
                    <a:cs typeface="+mn-cs"/>
                  </a:defRPr>
                </a:lvl2pPr>
                <a:lvl3pPr marL="2682875" indent="-531813" algn="l" defTabSz="1069975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•"/>
                  <a:defRPr sz="5600" kern="1200">
                    <a:solidFill>
                      <a:schemeClr val="tx1"/>
                    </a:solidFill>
                    <a:latin typeface="+mn-lt"/>
                    <a:ea typeface="ＭＳ Ｐゴシック" charset="0"/>
                    <a:cs typeface="+mn-cs"/>
                  </a:defRPr>
                </a:lvl3pPr>
                <a:lvl4pPr marL="3759200" indent="-531813" algn="l" defTabSz="1069975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–"/>
                  <a:defRPr sz="4500" kern="1200">
                    <a:solidFill>
                      <a:schemeClr val="tx1"/>
                    </a:solidFill>
                    <a:latin typeface="+mn-lt"/>
                    <a:ea typeface="ＭＳ Ｐゴシック" charset="0"/>
                    <a:cs typeface="+mn-cs"/>
                  </a:defRPr>
                </a:lvl4pPr>
                <a:lvl5pPr marL="4833938" indent="-531813" algn="l" defTabSz="1069975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itchFamily="34" charset="0"/>
                  <a:buChar char="»"/>
                  <a:defRPr sz="4500" kern="1200">
                    <a:solidFill>
                      <a:schemeClr val="tx1"/>
                    </a:solidFill>
                    <a:latin typeface="+mn-lt"/>
                    <a:ea typeface="ＭＳ Ｐゴシック" charset="0"/>
                    <a:cs typeface="+mn-cs"/>
                  </a:defRPr>
                </a:lvl5pPr>
                <a:lvl6pPr marL="5916109" indent="-537824" algn="l" defTabSz="1075657" rtl="0" eaLnBrk="1" latinLnBrk="0" hangingPunct="1">
                  <a:spcBef>
                    <a:spcPct val="20000"/>
                  </a:spcBef>
                  <a:buFont typeface="Arial"/>
                  <a:buChar char="•"/>
                  <a:defRPr sz="470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6991768" indent="-537824" algn="l" defTabSz="1075657" rtl="0" eaLnBrk="1" latinLnBrk="0" hangingPunct="1">
                  <a:spcBef>
                    <a:spcPct val="20000"/>
                  </a:spcBef>
                  <a:buFont typeface="Arial"/>
                  <a:buChar char="•"/>
                  <a:defRPr sz="470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8067426" indent="-537824" algn="l" defTabSz="1075657" rtl="0" eaLnBrk="1" latinLnBrk="0" hangingPunct="1">
                  <a:spcBef>
                    <a:spcPct val="20000"/>
                  </a:spcBef>
                  <a:buFont typeface="Arial"/>
                  <a:buChar char="•"/>
                  <a:defRPr sz="470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9143079" indent="-537824" algn="l" defTabSz="1075657" rtl="0" eaLnBrk="1" latinLnBrk="0" hangingPunct="1">
                  <a:spcBef>
                    <a:spcPct val="20000"/>
                  </a:spcBef>
                  <a:buFont typeface="Arial"/>
                  <a:buChar char="•"/>
                  <a:defRPr sz="470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eaLnBrk="1" hangingPunct="1">
                  <a:buNone/>
                </a:pPr>
                <a:r>
                  <a:rPr lang="en-GB" sz="3759" dirty="0"/>
                  <a:t>ARR (%)=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3759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3759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𝐴𝑣𝑒𝑟𝑎𝑔𝑒</m:t>
                        </m:r>
                        <m:r>
                          <a:rPr lang="en-GB" sz="3759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3759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𝐴𝑛𝑛𝑢𝑎𝑙</m:t>
                        </m:r>
                        <m:r>
                          <a:rPr lang="en-GB" sz="3759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3759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𝑃𝑟𝑜𝑓𝑖𝑡</m:t>
                        </m:r>
                      </m:num>
                      <m:den>
                        <m:r>
                          <a:rPr lang="en-GB" sz="3759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𝐴𝑣𝑒𝑟𝑎𝑔𝑒</m:t>
                        </m:r>
                        <m:r>
                          <a:rPr lang="en-GB" sz="3759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3759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𝑖𝑛𝑣𝑒𝑠𝑡𝑚𝑒𝑛𝑡</m:t>
                        </m:r>
                      </m:den>
                    </m:f>
                  </m:oMath>
                </a14:m>
                <a:r>
                  <a:rPr lang="en-GB" sz="1920" dirty="0"/>
                  <a:t>	</a:t>
                </a:r>
                <a:r>
                  <a:rPr lang="en-GB" sz="2235" dirty="0"/>
                  <a:t>x 100</a:t>
                </a:r>
                <a:endParaRPr lang="en-GB" sz="1920" u="sng" dirty="0"/>
              </a:p>
              <a:p>
                <a:pPr marL="1066798" lvl="2" indent="-226059" eaLnBrk="1" hangingPunct="1">
                  <a:buNone/>
                </a:pPr>
                <a:endParaRPr lang="en-GB" sz="2032" dirty="0"/>
              </a:p>
              <a:p>
                <a:pPr marL="1066798" lvl="2" indent="-226059" eaLnBrk="1" hangingPunct="1">
                  <a:buNone/>
                </a:pPr>
                <a:endParaRPr lang="en-GB" sz="2845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9FAAC27E-4B40-08E1-10D1-E254A19C25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915" y="1892694"/>
                <a:ext cx="7901003" cy="1316833"/>
              </a:xfrm>
              <a:prstGeom prst="rect">
                <a:avLst/>
              </a:prstGeom>
              <a:blipFill>
                <a:blip r:embed="rId2"/>
                <a:stretch>
                  <a:fillRect l="-2302"/>
                </a:stretch>
              </a:blipFill>
              <a:ln w="4445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9D0B3DB0-A36E-B57B-4EE0-FD9D304D9447}"/>
                  </a:ext>
                </a:extLst>
              </p:cNvPr>
              <p:cNvSpPr/>
              <p:nvPr/>
            </p:nvSpPr>
            <p:spPr>
              <a:xfrm>
                <a:off x="466915" y="3323662"/>
                <a:ext cx="7912994" cy="255611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GB" sz="2235" dirty="0">
                    <a:solidFill>
                      <a:srgbClr val="0070C0"/>
                    </a:solidFill>
                  </a:rPr>
                  <a:t>Average annual profit = 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235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235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𝑇𝑜𝑡𝑎𝑙</m:t>
                        </m:r>
                        <m:r>
                          <a:rPr lang="en-GB" sz="2235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2235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𝑃𝑟𝑜𝑓𝑖𝑡</m:t>
                        </m:r>
                      </m:num>
                      <m:den>
                        <m:r>
                          <a:rPr lang="en-GB" sz="2235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𝑁𝑜</m:t>
                        </m:r>
                        <m:r>
                          <a:rPr lang="en-GB" sz="2235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. </m:t>
                        </m:r>
                        <m:r>
                          <a:rPr lang="en-GB" sz="2235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GB" sz="2235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2235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𝑦𝑒𝑎𝑟𝑠</m:t>
                        </m:r>
                      </m:den>
                    </m:f>
                  </m:oMath>
                </a14:m>
                <a:r>
                  <a:rPr lang="en-GB" sz="2235" dirty="0">
                    <a:solidFill>
                      <a:srgbClr val="00B050"/>
                    </a:solidFill>
                  </a:rPr>
                  <a:t>	</a:t>
                </a:r>
              </a:p>
              <a:p>
                <a:endParaRPr lang="en-GB" sz="2235" dirty="0">
                  <a:solidFill>
                    <a:schemeClr val="tx1"/>
                  </a:solidFill>
                </a:endParaRPr>
              </a:p>
              <a:p>
                <a:r>
                  <a:rPr lang="en-GB" sz="2235" dirty="0">
                    <a:solidFill>
                      <a:srgbClr val="00B050"/>
                    </a:solidFill>
                  </a:rPr>
                  <a:t>Average investment = 	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235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235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𝐼𝑛𝑖𝑡𝑖𝑎𝑙</m:t>
                        </m:r>
                        <m:r>
                          <a:rPr lang="en-GB" sz="2235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2235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𝑖𝑛𝑣𝑒𝑠𝑡𝑚𝑒𝑛𝑡</m:t>
                        </m:r>
                        <m:r>
                          <a:rPr lang="en-GB" sz="2235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sz="2235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𝑆𝑐𝑟𝑎𝑝</m:t>
                        </m:r>
                        <m:r>
                          <a:rPr lang="en-GB" sz="2235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2235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𝑉𝑎𝑙𝑢𝑒</m:t>
                        </m:r>
                      </m:num>
                      <m:den>
                        <m:r>
                          <a:rPr lang="en-GB" sz="2235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GB" sz="2235" dirty="0">
                    <a:solidFill>
                      <a:srgbClr val="00B050"/>
                    </a:solidFill>
                  </a:rPr>
                  <a:t>    </a:t>
                </a:r>
                <a:r>
                  <a:rPr lang="en-GB" sz="2235" dirty="0">
                    <a:solidFill>
                      <a:srgbClr val="0070C0"/>
                    </a:solidFill>
                  </a:rPr>
                  <a:t>			 	     						</a:t>
                </a:r>
              </a:p>
              <a:p>
                <a:pPr algn="ctr"/>
                <a:r>
                  <a:rPr lang="en-GB" sz="1422" b="1" i="1" u="sng" dirty="0">
                    <a:solidFill>
                      <a:srgbClr val="0070C0"/>
                    </a:solidFill>
                  </a:rPr>
                  <a:t>Note: With the average investment calculation you will need to consider any working capital investment, if it is required!!!</a:t>
                </a: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9D0B3DB0-A36E-B57B-4EE0-FD9D304D94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915" y="3323662"/>
                <a:ext cx="7912994" cy="2556112"/>
              </a:xfrm>
              <a:prstGeom prst="rect">
                <a:avLst/>
              </a:prstGeom>
              <a:blipFill>
                <a:blip r:embed="rId3"/>
                <a:stretch>
                  <a:fillRect l="-9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8A2C72E6-FED7-3457-FA90-4A93EB449795}"/>
              </a:ext>
            </a:extLst>
          </p:cNvPr>
          <p:cNvSpPr txBox="1"/>
          <p:nvPr/>
        </p:nvSpPr>
        <p:spPr>
          <a:xfrm>
            <a:off x="6711854" y="3851993"/>
            <a:ext cx="1892593" cy="1030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3048" b="1" dirty="0"/>
          </a:p>
          <a:p>
            <a:r>
              <a:rPr lang="en-GB" sz="3048" b="1" dirty="0">
                <a:solidFill>
                  <a:srgbClr val="FF0000"/>
                </a:solidFill>
              </a:rPr>
              <a:t>+ WC</a:t>
            </a:r>
          </a:p>
        </p:txBody>
      </p:sp>
      <p:sp>
        <p:nvSpPr>
          <p:cNvPr id="6" name="Left Bracket 5">
            <a:extLst>
              <a:ext uri="{FF2B5EF4-FFF2-40B4-BE49-F238E27FC236}">
                <a16:creationId xmlns:a16="http://schemas.microsoft.com/office/drawing/2014/main" id="{8E792F85-EDA7-AB25-52A8-75B232815DF0}"/>
              </a:ext>
            </a:extLst>
          </p:cNvPr>
          <p:cNvSpPr/>
          <p:nvPr/>
        </p:nvSpPr>
        <p:spPr>
          <a:xfrm>
            <a:off x="3203848" y="4293096"/>
            <a:ext cx="157403" cy="807031"/>
          </a:xfrm>
          <a:prstGeom prst="leftBracket">
            <a:avLst>
              <a:gd name="adj" fmla="val 0"/>
            </a:avLst>
          </a:prstGeom>
          <a:ln w="889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Left Bracket 6">
            <a:extLst>
              <a:ext uri="{FF2B5EF4-FFF2-40B4-BE49-F238E27FC236}">
                <a16:creationId xmlns:a16="http://schemas.microsoft.com/office/drawing/2014/main" id="{65E4F7D4-B9FC-C84D-2E46-45E00FA08319}"/>
              </a:ext>
            </a:extLst>
          </p:cNvPr>
          <p:cNvSpPr/>
          <p:nvPr/>
        </p:nvSpPr>
        <p:spPr>
          <a:xfrm rot="10800000">
            <a:off x="6554451" y="4293095"/>
            <a:ext cx="157403" cy="807031"/>
          </a:xfrm>
          <a:prstGeom prst="leftBracket">
            <a:avLst>
              <a:gd name="adj" fmla="val 0"/>
            </a:avLst>
          </a:prstGeom>
          <a:ln w="889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59208522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animBg="1"/>
      <p:bldP spid="5" grpId="0" animBg="1"/>
      <p:bldP spid="3" grpId="0"/>
      <p:bldP spid="6" grpId="0" animBg="1"/>
      <p:bldP spid="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365448" y="868490"/>
            <a:ext cx="6668019" cy="507703"/>
          </a:xfrm>
        </p:spPr>
        <p:txBody>
          <a:bodyPr/>
          <a:lstStyle/>
          <a:p>
            <a:r>
              <a:rPr lang="en-GB" sz="2700" dirty="0">
                <a:solidFill>
                  <a:srgbClr val="1A9DAC"/>
                </a:solidFill>
                <a:latin typeface="+mj-lt"/>
                <a:ea typeface="ＭＳ Ｐゴシック" charset="0"/>
              </a:rPr>
              <a:t>Accounting Rate of Return (ARR)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182554" y="1628801"/>
            <a:ext cx="8669156" cy="4237096"/>
          </a:xfrm>
        </p:spPr>
        <p:txBody>
          <a:bodyPr/>
          <a:lstStyle/>
          <a:p>
            <a:pPr marL="687069" lvl="1" indent="-222250">
              <a:buClrTx/>
              <a:buFont typeface="Arial" pitchFamily="34" charset="0"/>
              <a:buChar char="–"/>
            </a:pPr>
            <a:r>
              <a:rPr lang="en-GB" sz="3302" b="1" dirty="0">
                <a:solidFill>
                  <a:prstClr val="black"/>
                </a:solidFill>
                <a:latin typeface="Calibri"/>
                <a:ea typeface="ＭＳ Ｐゴシック" charset="0"/>
                <a:cs typeface="+mn-cs"/>
              </a:rPr>
              <a:t>Advantages</a:t>
            </a:r>
          </a:p>
          <a:p>
            <a:pPr marL="1066798" lvl="2" indent="-226059">
              <a:buClrTx/>
              <a:buFont typeface="Arial" pitchFamily="34" charset="0"/>
              <a:buChar char="•"/>
            </a:pPr>
            <a:r>
              <a:rPr lang="en-GB" sz="2845" dirty="0">
                <a:solidFill>
                  <a:prstClr val="black"/>
                </a:solidFill>
                <a:latin typeface="Calibri"/>
                <a:ea typeface="ＭＳ Ｐゴシック" charset="0"/>
                <a:cs typeface="+mn-cs"/>
              </a:rPr>
              <a:t>Consistent with R.O.C.E. measure of performance.</a:t>
            </a:r>
          </a:p>
          <a:p>
            <a:pPr marL="1066798" lvl="2" indent="-226059">
              <a:buClrTx/>
              <a:buFont typeface="Arial" pitchFamily="34" charset="0"/>
              <a:buChar char="•"/>
            </a:pPr>
            <a:r>
              <a:rPr lang="en-GB" sz="2845" dirty="0">
                <a:solidFill>
                  <a:prstClr val="black"/>
                </a:solidFill>
                <a:latin typeface="Calibri"/>
                <a:ea typeface="ＭＳ Ｐゴシック" charset="0"/>
                <a:cs typeface="+mn-cs"/>
              </a:rPr>
              <a:t>Readily understood as a %.</a:t>
            </a:r>
          </a:p>
          <a:p>
            <a:pPr marL="687069" lvl="1" indent="-222250">
              <a:buClrTx/>
              <a:buFont typeface="Arial" pitchFamily="34" charset="0"/>
              <a:buChar char="–"/>
            </a:pPr>
            <a:r>
              <a:rPr lang="en-GB" sz="3302" b="1" dirty="0">
                <a:solidFill>
                  <a:prstClr val="black"/>
                </a:solidFill>
                <a:latin typeface="Calibri"/>
                <a:ea typeface="ＭＳ Ｐゴシック" charset="0"/>
                <a:cs typeface="+mn-cs"/>
              </a:rPr>
              <a:t>Disadvantages</a:t>
            </a:r>
          </a:p>
          <a:p>
            <a:pPr marL="1066798" lvl="2" indent="-226059">
              <a:buClrTx/>
              <a:buFont typeface="Arial" pitchFamily="34" charset="0"/>
              <a:buChar char="•"/>
            </a:pPr>
            <a:r>
              <a:rPr lang="en-GB" sz="2845" dirty="0">
                <a:solidFill>
                  <a:prstClr val="black"/>
                </a:solidFill>
                <a:latin typeface="Calibri"/>
                <a:ea typeface="ＭＳ Ｐゴシック" charset="0"/>
                <a:cs typeface="+mn-cs"/>
              </a:rPr>
              <a:t>Use of averages smooths large annual fluctuations.</a:t>
            </a:r>
          </a:p>
          <a:p>
            <a:pPr marL="1066798" lvl="2" indent="-226059">
              <a:buClrTx/>
              <a:buFont typeface="Arial" pitchFamily="34" charset="0"/>
              <a:buChar char="•"/>
            </a:pPr>
            <a:r>
              <a:rPr lang="en-GB" sz="2845" dirty="0">
                <a:solidFill>
                  <a:prstClr val="black"/>
                </a:solidFill>
                <a:latin typeface="Calibri"/>
                <a:ea typeface="ＭＳ Ｐゴシック" charset="0"/>
                <a:cs typeface="+mn-cs"/>
              </a:rPr>
              <a:t>Ignores time value of money</a:t>
            </a:r>
          </a:p>
          <a:p>
            <a:pPr marL="1066798" lvl="2" indent="-226059">
              <a:buClrTx/>
              <a:buFont typeface="Arial" pitchFamily="34" charset="0"/>
              <a:buChar char="•"/>
            </a:pPr>
            <a:r>
              <a:rPr lang="en-GB" sz="2845" dirty="0">
                <a:solidFill>
                  <a:prstClr val="black"/>
                </a:solidFill>
                <a:latin typeface="Calibri"/>
                <a:ea typeface="ＭＳ Ｐゴシック" charset="0"/>
                <a:cs typeface="+mn-cs"/>
              </a:rPr>
              <a:t>Uses accounting profit rather than cash </a:t>
            </a:r>
          </a:p>
          <a:p>
            <a:pPr marL="1066798" lvl="2" indent="-226059">
              <a:buClrTx/>
              <a:buFont typeface="Arial" pitchFamily="34" charset="0"/>
              <a:buChar char="•"/>
            </a:pPr>
            <a:endParaRPr lang="en-GB" sz="2845" dirty="0">
              <a:solidFill>
                <a:prstClr val="black"/>
              </a:solidFill>
              <a:latin typeface="Calibri"/>
              <a:ea typeface="ＭＳ Ｐゴシック" charset="0"/>
              <a:cs typeface="+mn-cs"/>
            </a:endParaRP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44402225"/>
      </p:ext>
    </p:extLst>
  </p:cSld>
  <p:clrMapOvr>
    <a:masterClrMapping/>
  </p:clrMapOvr>
  <p:transition spd="slow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60B1DA3-299D-428F-852F-AFB03C2F32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5448" y="868490"/>
            <a:ext cx="6668019" cy="507703"/>
          </a:xfrm>
        </p:spPr>
        <p:txBody>
          <a:bodyPr/>
          <a:lstStyle/>
          <a:p>
            <a:r>
              <a:rPr lang="en-GB" sz="2700" dirty="0">
                <a:solidFill>
                  <a:srgbClr val="1A9DAC"/>
                </a:solidFill>
                <a:latin typeface="+mj-lt"/>
                <a:ea typeface="ＭＳ Ｐゴシック" charset="0"/>
              </a:rPr>
              <a:t>ARR Limitation : Using averages?????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C616F7-DB1F-4C18-A8B5-5C728EDE273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28869" y="1453750"/>
            <a:ext cx="7238746" cy="585259"/>
          </a:xfrm>
        </p:spPr>
        <p:txBody>
          <a:bodyPr/>
          <a:lstStyle/>
          <a:p>
            <a:pPr marL="0" indent="0">
              <a:buNone/>
            </a:pPr>
            <a:r>
              <a:rPr lang="en-GB" sz="1422" dirty="0"/>
              <a:t>A business is evaluating three competing projects. All three involve investment in a machine that is expected to have no residual value at the end of the five years.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A93810C-C8B2-4AF1-8A59-E2CF7B772FB5}"/>
              </a:ext>
            </a:extLst>
          </p:cNvPr>
          <p:cNvSpPr txBox="1">
            <a:spLocks/>
          </p:cNvSpPr>
          <p:nvPr/>
        </p:nvSpPr>
        <p:spPr>
          <a:xfrm>
            <a:off x="365447" y="4116700"/>
            <a:ext cx="7791267" cy="1945968"/>
          </a:xfrm>
          <a:prstGeom prst="rect">
            <a:avLst/>
          </a:prstGeom>
        </p:spPr>
        <p:txBody>
          <a:bodyPr/>
          <a:lstStyle>
            <a:lvl1pPr marL="470646" indent="-470646" algn="l" defTabSz="1069975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8752"/>
              </a:buClr>
              <a:buFont typeface="+mj-lt"/>
              <a:buAutoNum type="arabicPeriod"/>
              <a:defRPr sz="2824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955301" indent="-484655" algn="l" defTabSz="1069975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8752"/>
              </a:buClr>
              <a:buFont typeface="+mj-lt"/>
              <a:buAutoNum type="romanLcPeriod"/>
              <a:defRPr sz="2824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582830" indent="-470646" algn="l" defTabSz="1069975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8752"/>
              </a:buClr>
              <a:buFont typeface="Arial" panose="020B0604020202020204" pitchFamily="34" charset="0"/>
              <a:buChar char="̶"/>
              <a:defRPr sz="2824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4134967" indent="-907676" algn="l" defTabSz="1069975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AutoNum type="arabicPeriod"/>
              <a:defRPr sz="2824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5210731" indent="-907676" algn="l" defTabSz="1069975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AutoNum type="arabicPeriod"/>
              <a:defRPr sz="2824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5916109" indent="-537824" algn="l" defTabSz="1075657" rtl="0" eaLnBrk="1" latinLnBrk="0" hangingPunct="1">
              <a:spcBef>
                <a:spcPct val="20000"/>
              </a:spcBef>
              <a:buFont typeface="Arial"/>
              <a:buChar char="•"/>
              <a:defRPr sz="47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991768" indent="-537824" algn="l" defTabSz="1075657" rtl="0" eaLnBrk="1" latinLnBrk="0" hangingPunct="1">
              <a:spcBef>
                <a:spcPct val="20000"/>
              </a:spcBef>
              <a:buFont typeface="Arial"/>
              <a:buChar char="•"/>
              <a:defRPr sz="47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067426" indent="-537824" algn="l" defTabSz="1075657" rtl="0" eaLnBrk="1" latinLnBrk="0" hangingPunct="1">
              <a:spcBef>
                <a:spcPct val="20000"/>
              </a:spcBef>
              <a:buFont typeface="Arial"/>
              <a:buChar char="•"/>
              <a:defRPr sz="47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9143079" indent="-537824" algn="l" defTabSz="1075657" rtl="0" eaLnBrk="1" latinLnBrk="0" hangingPunct="1">
              <a:spcBef>
                <a:spcPct val="20000"/>
              </a:spcBef>
              <a:buFont typeface="Arial"/>
              <a:buChar char="•"/>
              <a:defRPr sz="47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422" dirty="0"/>
              <a:t>In this example, each project has the same total operating profit over the five years, £200,000. </a:t>
            </a:r>
          </a:p>
          <a:p>
            <a:pPr marL="0" indent="0">
              <a:buNone/>
            </a:pPr>
            <a:r>
              <a:rPr lang="en-GB" sz="1422" dirty="0"/>
              <a:t>This gives same average profit of £200,000 / 5 years = £40,000 and the same average investment of £80,000, (that is, £160,000/2).</a:t>
            </a:r>
          </a:p>
          <a:p>
            <a:pPr marL="0" indent="0">
              <a:buNone/>
            </a:pPr>
            <a:r>
              <a:rPr lang="en-GB" sz="1422" dirty="0"/>
              <a:t>This means that each project will have the same ARR of 50% (£40,000 / £80,000).</a:t>
            </a:r>
          </a:p>
          <a:p>
            <a:pPr marL="0" indent="0">
              <a:buNone/>
            </a:pPr>
            <a:endParaRPr lang="en-GB" sz="1422" dirty="0"/>
          </a:p>
          <a:p>
            <a:pPr marL="0" indent="0">
              <a:buNone/>
            </a:pPr>
            <a:r>
              <a:rPr lang="en-GB" sz="1422" dirty="0"/>
              <a:t>In this situation ARR fails to distinguish between the 3 projects, it does not take into consider the time value of money. </a:t>
            </a:r>
          </a:p>
          <a:p>
            <a:pPr marL="0" indent="0">
              <a:buNone/>
            </a:pPr>
            <a:r>
              <a:rPr lang="en-GB" sz="1422" dirty="0"/>
              <a:t>Project C clearly generates a higher proportion of profit in the first year. 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2D7850D-AB2E-469F-95AB-C0FB6B883FAE}"/>
              </a:ext>
            </a:extLst>
          </p:cNvPr>
          <p:cNvGraphicFramePr>
            <a:graphicFrameLocks noGrp="1"/>
          </p:cNvGraphicFramePr>
          <p:nvPr/>
        </p:nvGraphicFramePr>
        <p:xfrm>
          <a:off x="831277" y="2053358"/>
          <a:ext cx="6192494" cy="19055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37334">
                  <a:extLst>
                    <a:ext uri="{9D8B030D-6E8A-4147-A177-3AD203B41FA5}">
                      <a16:colId xmlns:a16="http://schemas.microsoft.com/office/drawing/2014/main" val="938230547"/>
                    </a:ext>
                  </a:extLst>
                </a:gridCol>
                <a:gridCol w="1088790">
                  <a:extLst>
                    <a:ext uri="{9D8B030D-6E8A-4147-A177-3AD203B41FA5}">
                      <a16:colId xmlns:a16="http://schemas.microsoft.com/office/drawing/2014/main" val="1406713141"/>
                    </a:ext>
                  </a:extLst>
                </a:gridCol>
                <a:gridCol w="1088790">
                  <a:extLst>
                    <a:ext uri="{9D8B030D-6E8A-4147-A177-3AD203B41FA5}">
                      <a16:colId xmlns:a16="http://schemas.microsoft.com/office/drawing/2014/main" val="3721270715"/>
                    </a:ext>
                  </a:extLst>
                </a:gridCol>
                <a:gridCol w="1088790">
                  <a:extLst>
                    <a:ext uri="{9D8B030D-6E8A-4147-A177-3AD203B41FA5}">
                      <a16:colId xmlns:a16="http://schemas.microsoft.com/office/drawing/2014/main" val="234683955"/>
                    </a:ext>
                  </a:extLst>
                </a:gridCol>
                <a:gridCol w="1088790">
                  <a:extLst>
                    <a:ext uri="{9D8B030D-6E8A-4147-A177-3AD203B41FA5}">
                      <a16:colId xmlns:a16="http://schemas.microsoft.com/office/drawing/2014/main" val="2657887658"/>
                    </a:ext>
                  </a:extLst>
                </a:gridCol>
              </a:tblGrid>
              <a:tr h="238188">
                <a:tc>
                  <a:txBody>
                    <a:bodyPr/>
                    <a:lstStyle/>
                    <a:p>
                      <a:pPr algn="l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39" marR="4839" marT="483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39" marR="4839" marT="483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u="none" strike="noStrike" dirty="0">
                          <a:effectLst/>
                        </a:rPr>
                        <a:t>A</a:t>
                      </a:r>
                      <a:endParaRPr lang="en-GB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39" marR="4839" marT="483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u="none" strike="noStrike">
                          <a:effectLst/>
                        </a:rPr>
                        <a:t>B</a:t>
                      </a:r>
                      <a:endParaRPr lang="en-GB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39" marR="4839" marT="483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u="none" strike="noStrike" dirty="0">
                          <a:effectLst/>
                        </a:rPr>
                        <a:t>C</a:t>
                      </a:r>
                      <a:endParaRPr lang="en-GB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39" marR="4839" marT="4839" marB="0" anchor="b"/>
                </a:tc>
                <a:extLst>
                  <a:ext uri="{0D108BD9-81ED-4DB2-BD59-A6C34878D82A}">
                    <a16:rowId xmlns:a16="http://schemas.microsoft.com/office/drawing/2014/main" val="2779968554"/>
                  </a:ext>
                </a:extLst>
              </a:tr>
              <a:tr h="238188">
                <a:tc>
                  <a:txBody>
                    <a:bodyPr/>
                    <a:lstStyle/>
                    <a:p>
                      <a:pPr algn="l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39" marR="4839" marT="4839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39" marR="4839" marT="483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u="none" strike="noStrike" dirty="0">
                          <a:effectLst/>
                        </a:rPr>
                        <a:t>£'000</a:t>
                      </a:r>
                      <a:endParaRPr lang="en-GB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39" marR="4839" marT="483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u="none" strike="noStrike" dirty="0">
                          <a:effectLst/>
                        </a:rPr>
                        <a:t>£'000</a:t>
                      </a:r>
                      <a:endParaRPr lang="en-GB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39" marR="4839" marT="483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u="none" strike="noStrike" dirty="0">
                          <a:effectLst/>
                        </a:rPr>
                        <a:t>£'000</a:t>
                      </a:r>
                      <a:endParaRPr lang="en-GB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39" marR="4839" marT="4839" marB="0" anchor="b"/>
                </a:tc>
                <a:extLst>
                  <a:ext uri="{0D108BD9-81ED-4DB2-BD59-A6C34878D82A}">
                    <a16:rowId xmlns:a16="http://schemas.microsoft.com/office/drawing/2014/main" val="194418479"/>
                  </a:ext>
                </a:extLst>
              </a:tr>
              <a:tr h="238188"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u="none" strike="noStrike">
                          <a:effectLst/>
                        </a:rPr>
                        <a:t>Investment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39" marR="4839" marT="483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Year 0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39" marR="4839" marT="483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(160)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39" marR="4839" marT="483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(160)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39" marR="4839" marT="483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(160)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39" marR="4839" marT="4839" marB="0" anchor="b"/>
                </a:tc>
                <a:extLst>
                  <a:ext uri="{0D108BD9-81ED-4DB2-BD59-A6C34878D82A}">
                    <a16:rowId xmlns:a16="http://schemas.microsoft.com/office/drawing/2014/main" val="759452883"/>
                  </a:ext>
                </a:extLst>
              </a:tr>
              <a:tr h="238188"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u="none" strike="noStrike">
                          <a:effectLst/>
                        </a:rPr>
                        <a:t>Operating profit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39" marR="4839" marT="483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Year 1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39" marR="4839" marT="483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20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39" marR="4839" marT="483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10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39" marR="4839" marT="483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160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39" marR="4839" marT="4839" marB="0" anchor="b"/>
                </a:tc>
                <a:extLst>
                  <a:ext uri="{0D108BD9-81ED-4DB2-BD59-A6C34878D82A}">
                    <a16:rowId xmlns:a16="http://schemas.microsoft.com/office/drawing/2014/main" val="815318611"/>
                  </a:ext>
                </a:extLst>
              </a:tr>
              <a:tr h="238188"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u="none" strike="noStrike">
                          <a:effectLst/>
                        </a:rPr>
                        <a:t>Operating profit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39" marR="4839" marT="483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Year 2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39" marR="4839" marT="483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40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39" marR="4839" marT="483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10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39" marR="4839" marT="483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10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39" marR="4839" marT="4839" marB="0" anchor="b"/>
                </a:tc>
                <a:extLst>
                  <a:ext uri="{0D108BD9-81ED-4DB2-BD59-A6C34878D82A}">
                    <a16:rowId xmlns:a16="http://schemas.microsoft.com/office/drawing/2014/main" val="704736248"/>
                  </a:ext>
                </a:extLst>
              </a:tr>
              <a:tr h="238188"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u="none" strike="noStrike">
                          <a:effectLst/>
                        </a:rPr>
                        <a:t>Operating profit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39" marR="4839" marT="483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Year 3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39" marR="4839" marT="483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60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39" marR="4839" marT="483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10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39" marR="4839" marT="483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10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39" marR="4839" marT="4839" marB="0" anchor="b"/>
                </a:tc>
                <a:extLst>
                  <a:ext uri="{0D108BD9-81ED-4DB2-BD59-A6C34878D82A}">
                    <a16:rowId xmlns:a16="http://schemas.microsoft.com/office/drawing/2014/main" val="3671420025"/>
                  </a:ext>
                </a:extLst>
              </a:tr>
              <a:tr h="238188"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u="none" strike="noStrike">
                          <a:effectLst/>
                        </a:rPr>
                        <a:t>Operating profit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39" marR="4839" marT="483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Year 4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39" marR="4839" marT="483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60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39" marR="4839" marT="483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10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39" marR="4839" marT="483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10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39" marR="4839" marT="4839" marB="0" anchor="b"/>
                </a:tc>
                <a:extLst>
                  <a:ext uri="{0D108BD9-81ED-4DB2-BD59-A6C34878D82A}">
                    <a16:rowId xmlns:a16="http://schemas.microsoft.com/office/drawing/2014/main" val="1729632594"/>
                  </a:ext>
                </a:extLst>
              </a:tr>
              <a:tr h="238188"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u="none" strike="noStrike">
                          <a:effectLst/>
                        </a:rPr>
                        <a:t>Operating profit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39" marR="4839" marT="483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Year 5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39" marR="4839" marT="483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20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39" marR="4839" marT="483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>
                          <a:effectLst/>
                        </a:rPr>
                        <a:t>160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39" marR="4839" marT="483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10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39" marR="4839" marT="4839" marB="0" anchor="b"/>
                </a:tc>
                <a:extLst>
                  <a:ext uri="{0D108BD9-81ED-4DB2-BD59-A6C34878D82A}">
                    <a16:rowId xmlns:a16="http://schemas.microsoft.com/office/drawing/2014/main" val="1050626284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1C193AD1-74EA-49D9-B58D-9255A2B89A72}"/>
              </a:ext>
            </a:extLst>
          </p:cNvPr>
          <p:cNvSpPr/>
          <p:nvPr/>
        </p:nvSpPr>
        <p:spPr>
          <a:xfrm>
            <a:off x="4096477" y="2770583"/>
            <a:ext cx="402366" cy="1170519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2D4FB7-CCC2-40FA-9CAC-9348C9E4115E}"/>
              </a:ext>
            </a:extLst>
          </p:cNvPr>
          <p:cNvSpPr/>
          <p:nvPr/>
        </p:nvSpPr>
        <p:spPr>
          <a:xfrm>
            <a:off x="5175560" y="2759647"/>
            <a:ext cx="402366" cy="1170519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1529EC2-A2C5-44BB-84C4-706A2A464577}"/>
              </a:ext>
            </a:extLst>
          </p:cNvPr>
          <p:cNvSpPr/>
          <p:nvPr/>
        </p:nvSpPr>
        <p:spPr>
          <a:xfrm>
            <a:off x="6254621" y="2770583"/>
            <a:ext cx="402366" cy="1170519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27F642B-234D-47A7-ABFB-86D312447F67}"/>
              </a:ext>
            </a:extLst>
          </p:cNvPr>
          <p:cNvSpPr/>
          <p:nvPr/>
        </p:nvSpPr>
        <p:spPr>
          <a:xfrm>
            <a:off x="6223555" y="2756234"/>
            <a:ext cx="464498" cy="25605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01153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F4614-D7D0-A643-2D72-9D2F9A334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9" name="Title 1">
            <a:extLst>
              <a:ext uri="{FF2B5EF4-FFF2-40B4-BE49-F238E27FC236}">
                <a16:creationId xmlns:a16="http://schemas.microsoft.com/office/drawing/2014/main" id="{33C334FF-0F2D-67AF-BA04-A306BAD99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515" y="1376773"/>
            <a:ext cx="7886700" cy="646548"/>
          </a:xfrm>
        </p:spPr>
        <p:txBody>
          <a:bodyPr/>
          <a:lstStyle/>
          <a:p>
            <a:pPr algn="l"/>
            <a:r>
              <a:rPr lang="en-US" dirty="0"/>
              <a:t>Learning Outcomes Covered</a:t>
            </a:r>
          </a:p>
        </p:txBody>
      </p:sp>
      <p:graphicFrame>
        <p:nvGraphicFramePr>
          <p:cNvPr id="13315" name="Text Placeholder 1">
            <a:extLst>
              <a:ext uri="{FF2B5EF4-FFF2-40B4-BE49-F238E27FC236}">
                <a16:creationId xmlns:a16="http://schemas.microsoft.com/office/drawing/2014/main" id="{F3E8169E-CD71-101E-8094-00144B04ADAF}"/>
              </a:ext>
            </a:extLst>
          </p:cNvPr>
          <p:cNvGraphicFramePr/>
          <p:nvPr/>
        </p:nvGraphicFramePr>
        <p:xfrm>
          <a:off x="892515" y="2492896"/>
          <a:ext cx="7632848" cy="34035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28150303"/>
      </p:ext>
    </p:extLst>
  </p:cSld>
  <p:clrMapOvr>
    <a:masterClrMapping/>
  </p:clrMapOvr>
  <p:transition spd="slow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0632B-2FCE-B6ED-C419-427E610D5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/>
              <a:t>Next Week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93D38A-6D63-08BB-0FBC-2882D123147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99592" y="3317479"/>
            <a:ext cx="6515620" cy="994172"/>
          </a:xfrm>
        </p:spPr>
        <p:txBody>
          <a:bodyPr/>
          <a:lstStyle/>
          <a:p>
            <a:r>
              <a:rPr lang="en-GB" sz="2800" dirty="0">
                <a:latin typeface="Segoe Sans"/>
              </a:rPr>
              <a:t>Net Present Value and IRR</a:t>
            </a:r>
          </a:p>
        </p:txBody>
      </p:sp>
    </p:spTree>
    <p:extLst>
      <p:ext uri="{BB962C8B-B14F-4D97-AF65-F5344CB8AC3E}">
        <p14:creationId xmlns:p14="http://schemas.microsoft.com/office/powerpoint/2010/main" val="1668558411"/>
      </p:ext>
    </p:extLst>
  </p:cSld>
  <p:clrMapOvr>
    <a:masterClrMapping/>
  </p:clrMapOvr>
  <p:transition spd="slow"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UIDATA" val="&lt;database version=&quot;8.0&quot;&gt;&lt;object type=&quot;1&quot; unique_id=&quot;10001&quot;&gt;&lt;object type=&quot;2&quot; unique_id=&quot;10073&quot;&gt;&lt;object type=&quot;3&quot; unique_id=&quot;10074&quot;&gt;&lt;property id=&quot;20148&quot; value=&quot;5&quot;/&gt;&lt;property id=&quot;20300&quot; value=&quot;Slide 1&quot;/&gt;&lt;property id=&quot;20307&quot; value=&quot;256&quot;/&gt;&lt;/object&gt;&lt;object type=&quot;3&quot; unique_id=&quot;10075&quot;&gt;&lt;property id=&quot;20148&quot; value=&quot;5&quot;/&gt;&lt;property id=&quot;20300&quot; value=&quot;Slide 2&quot;/&gt;&lt;property id=&quot;20307&quot; value=&quot;260&quot;/&gt;&lt;/object&gt;&lt;object type=&quot;3&quot; unique_id=&quot;10076&quot;&gt;&lt;property id=&quot;20148&quot; value=&quot;5&quot;/&gt;&lt;property id=&quot;20300&quot; value=&quot;Slide 3&quot;/&gt;&lt;property id=&quot;20307&quot; value=&quot;267&quot;/&gt;&lt;/object&gt;&lt;object type=&quot;3&quot; unique_id=&quot;10077&quot;&gt;&lt;property id=&quot;20148&quot; value=&quot;5&quot;/&gt;&lt;property id=&quot;20300&quot; value=&quot;Slide 4&quot;/&gt;&lt;property id=&quot;20307&quot; value=&quot;264&quot;/&gt;&lt;/object&gt;&lt;object type=&quot;3&quot; unique_id=&quot;10078&quot;&gt;&lt;property id=&quot;20148&quot; value=&quot;5&quot;/&gt;&lt;property id=&quot;20300&quot; value=&quot;Slide 5&quot;/&gt;&lt;property id=&quot;20307&quot; value=&quot;268&quot;/&gt;&lt;/object&gt;&lt;object type=&quot;3&quot; unique_id=&quot;10079&quot;&gt;&lt;property id=&quot;20148&quot; value=&quot;5&quot;/&gt;&lt;property id=&quot;20300&quot; value=&quot;Slide 6&quot;/&gt;&lt;property id=&quot;20307&quot; value=&quot;265&quot;/&gt;&lt;/object&gt;&lt;object type=&quot;3&quot; unique_id=&quot;10080&quot;&gt;&lt;property id=&quot;20148&quot; value=&quot;5&quot;/&gt;&lt;property id=&quot;20300&quot; value=&quot;Slide 7&quot;/&gt;&lt;property id=&quot;20307&quot; value=&quot;266&quot;/&gt;&lt;/object&gt;&lt;object type=&quot;3&quot; unique_id=&quot;10081&quot;&gt;&lt;property id=&quot;20148&quot; value=&quot;5&quot;/&gt;&lt;property id=&quot;20300&quot; value=&quot;Slide 8&quot;/&gt;&lt;property id=&quot;20307&quot; value=&quot;262&quot;/&gt;&lt;/object&gt;&lt;object type=&quot;3&quot; unique_id=&quot;10082&quot;&gt;&lt;property id=&quot;20148&quot; value=&quot;5&quot;/&gt;&lt;property id=&quot;20300&quot; value=&quot;Slide 9&quot;/&gt;&lt;property id=&quot;20307&quot; value=&quot;269&quot;/&gt;&lt;/object&gt;&lt;object type=&quot;3&quot; unique_id=&quot;10083&quot;&gt;&lt;property id=&quot;20148&quot; value=&quot;5&quot;/&gt;&lt;property id=&quot;20300&quot; value=&quot;Slide 10&quot;/&gt;&lt;property id=&quot;20307&quot; value=&quot;259&quot;/&gt;&lt;/object&gt;&lt;/object&gt;&lt;object type=&quot;8&quot; unique_id=&quot;10095&quot;&gt;&lt;/object&gt;&lt;/object&gt;&lt;/database&gt;"/>
  <p:tag name="MMPROD_NEXTUNIQUEID" val="10009"/>
  <p:tag name="SECTOMILLISECCONVERTED" val="1"/>
</p:tagLst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PT template sky standard" id="{FAFD7E7B-6604-474F-B2AC-65277B75DAFC}" vid="{767162DD-F454-4E7C-BE43-B759DEAC2942}"/>
    </a:ext>
  </a:ext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PT template sky standard" id="{FAFD7E7B-6604-474F-B2AC-65277B75DAFC}" vid="{767162DD-F454-4E7C-BE43-B759DEAC2942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Type xmlns="3a4ab234-afbc-41ab-b2db-358d80304e46">Main Issue</Document_x0020_Type>
    <_dlc_DocId xmlns="037ba92a-5764-4297-b5f7-6ea117412624">NAYYJSKVSPAS-2-1608</_dlc_DocId>
    <_dlc_DocIdUrl xmlns="037ba92a-5764-4297-b5f7-6ea117412624">
      <Url>https://docs.uwe.ac.uk/ou/Communications/_layouts/15/DocIdRedir.aspx?ID=NAYYJSKVSPAS-2-1608</Url>
      <Description>NAYYJSKVSPAS-2-1608</Description>
    </_dlc_DocIdUrl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Version=15.0.0.0,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FC3F4283AECA48BCBDDFCF4103160C" ma:contentTypeVersion="2" ma:contentTypeDescription="Create a new document." ma:contentTypeScope="" ma:versionID="71a29f68b18f52e7e0b329625759c092">
  <xsd:schema xmlns:xsd="http://www.w3.org/2001/XMLSchema" xmlns:xs="http://www.w3.org/2001/XMLSchema" xmlns:p="http://schemas.microsoft.com/office/2006/metadata/properties" xmlns:ns2="037ba92a-5764-4297-b5f7-6ea117412624" xmlns:ns3="3a4ab234-afbc-41ab-b2db-358d80304e46" targetNamespace="http://schemas.microsoft.com/office/2006/metadata/properties" ma:root="true" ma:fieldsID="a458c3587d291faf4ca1653387720a89" ns2:_="" ns3:_="">
    <xsd:import namespace="037ba92a-5764-4297-b5f7-6ea117412624"/>
    <xsd:import namespace="3a4ab234-afbc-41ab-b2db-358d80304e46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Document_x0020_Typ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37ba92a-5764-4297-b5f7-6ea117412624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4ab234-afbc-41ab-b2db-358d80304e46" elementFormDefault="qualified">
    <xsd:import namespace="http://schemas.microsoft.com/office/2006/documentManagement/types"/>
    <xsd:import namespace="http://schemas.microsoft.com/office/infopath/2007/PartnerControls"/>
    <xsd:element name="Document_x0020_Type" ma:index="11" nillable="true" ma:displayName="Document Type" ma:default="Main Issue" ma:description="Specify type of document to help with filtered views" ma:format="Dropdown" ma:internalName="Document_x0020_Type">
      <xsd:simpleType>
        <xsd:restriction base="dms:Choice">
          <xsd:enumeration value="Main Issue"/>
          <xsd:enumeration value="Supporting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8D2D201-97C8-4E70-BF77-76D11DC8600F}">
  <ds:schemaRefs>
    <ds:schemaRef ds:uri="e8946c25-bf8a-4e7a-b3bc-ca2d5c690832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4008ae8d-d1eb-4f33-a34c-6ad8d87baf5e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  <ds:schemaRef ds:uri="3a4ab234-afbc-41ab-b2db-358d80304e46"/>
    <ds:schemaRef ds:uri="037ba92a-5764-4297-b5f7-6ea117412624"/>
  </ds:schemaRefs>
</ds:datastoreItem>
</file>

<file path=customXml/itemProps2.xml><?xml version="1.0" encoding="utf-8"?>
<ds:datastoreItem xmlns:ds="http://schemas.openxmlformats.org/officeDocument/2006/customXml" ds:itemID="{AC5552B4-89B5-4F8D-B1E4-E0A34EA58D5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F364826-19C1-4551-92C2-A6C074B09DC4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218277BB-DC5E-47BA-8CA9-13DFAB3B242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37ba92a-5764-4297-b5f7-6ea117412624"/>
    <ds:schemaRef ds:uri="3a4ab234-afbc-41ab-b2db-358d80304e4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PPT template sky standard</Template>
  <TotalTime>180</TotalTime>
  <Words>2114</Words>
  <Application>Microsoft Office PowerPoint</Application>
  <PresentationFormat>On-screen Show (4:3)</PresentationFormat>
  <Paragraphs>338</Paragraphs>
  <Slides>27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27</vt:i4>
      </vt:variant>
    </vt:vector>
  </HeadingPairs>
  <TitlesOfParts>
    <vt:vector size="40" baseType="lpstr">
      <vt:lpstr>Arial</vt:lpstr>
      <vt:lpstr>Calibri</vt:lpstr>
      <vt:lpstr>Cambria Math</vt:lpstr>
      <vt:lpstr>Comic Sans MS</vt:lpstr>
      <vt:lpstr>Courier New</vt:lpstr>
      <vt:lpstr>Georgia</vt:lpstr>
      <vt:lpstr>Helvetica 55 Roman</vt:lpstr>
      <vt:lpstr>Segoe Sans</vt:lpstr>
      <vt:lpstr>Tahoma</vt:lpstr>
      <vt:lpstr>Times New Roman</vt:lpstr>
      <vt:lpstr>Wingdings</vt:lpstr>
      <vt:lpstr>Custom Design</vt:lpstr>
      <vt:lpstr>1_Custom Design</vt:lpstr>
      <vt:lpstr>UMET9G-30-1  Accounting &amp; Finance for Decision Making  Investment Appraisal – part 1, Payback Period and ARR </vt:lpstr>
      <vt:lpstr>Recap</vt:lpstr>
      <vt:lpstr>Learning Outcomes</vt:lpstr>
      <vt:lpstr>PowerPoint Presentation</vt:lpstr>
      <vt:lpstr>Role of Finance in Corporations</vt:lpstr>
      <vt:lpstr>PowerPoint Presentation</vt:lpstr>
      <vt:lpstr>Capital Budgeting</vt:lpstr>
      <vt:lpstr>Capital Budgeting – 4 methods</vt:lpstr>
      <vt:lpstr>PowerPoint Presentation</vt:lpstr>
      <vt:lpstr>PowerPoint Presentation</vt:lpstr>
      <vt:lpstr>Investment Appraisal</vt:lpstr>
      <vt:lpstr>Payback Period</vt:lpstr>
      <vt:lpstr>Payback Period  Example</vt:lpstr>
      <vt:lpstr>Capital Budgeting – Payback Period</vt:lpstr>
      <vt:lpstr>Capital Budgeting – Payback Period</vt:lpstr>
      <vt:lpstr>Capital Budgeting – Payback Period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Learning Outcomes Covered</vt:lpstr>
      <vt:lpstr>Next Week</vt:lpstr>
    </vt:vector>
  </TitlesOfParts>
  <Company>UWE Bristol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Demelza Pilgrim</dc:creator>
  <cp:lastModifiedBy>Demelza Pilgrim</cp:lastModifiedBy>
  <cp:revision>1</cp:revision>
  <cp:lastPrinted>2016-09-22T10:08:48Z</cp:lastPrinted>
  <dcterms:created xsi:type="dcterms:W3CDTF">2023-10-13T11:17:19Z</dcterms:created>
  <dcterms:modified xsi:type="dcterms:W3CDTF">2025-08-15T14:43:46Z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0x01010072FC3F4283AECA48BCBDDFCF4103160C</vt:lpwstr>
  </property>
  <property fmtid="{D5CDD505-2E9C-101B-9397-08002B2CF9AE}" pid="3" name="xd_Signature">
    <vt:bool>false</vt:bool>
  </property>
  <property fmtid="{D5CDD505-2E9C-101B-9397-08002B2CF9AE}" pid="4" name="xd_ProgID">
    <vt:lpwstr/>
  </property>
  <property fmtid="{D5CDD505-2E9C-101B-9397-08002B2CF9AE}" pid="5" name="ComplianceAssetId">
    <vt:lpwstr/>
  </property>
  <property fmtid="{D5CDD505-2E9C-101B-9397-08002B2CF9AE}" pid="6" name="TemplateUrl">
    <vt:lpwstr/>
  </property>
  <property fmtid="{D5CDD505-2E9C-101B-9397-08002B2CF9AE}" pid="7" name="_dlc_DocIdItemGuid">
    <vt:lpwstr>0beaf668-18bc-407e-89e0-ef66d74dcf56</vt:lpwstr>
  </property>
</Properties>
</file>